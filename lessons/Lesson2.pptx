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embeddedFontLst>
    <p:embeddedFont>
      <p:font typeface="Roboto"/>
      <p:regular r:id="rId40"/>
      <p:bold r:id="rId41"/>
      <p:italic r:id="rId42"/>
      <p:boldItalic r:id="rId43"/>
    </p:embeddedFont>
    <p:embeddedFont>
      <p:font typeface="Poppi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895719-E392-4C96-8C42-C6F50CAD53E5}">
  <a:tblStyle styleId="{FB895719-E392-4C96-8C42-C6F50CAD53E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4.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6.xml"/><Relationship Id="rId44" Type="http://schemas.openxmlformats.org/officeDocument/2006/relationships/font" Target="fonts/Poppins-regular.fntdata"/><Relationship Id="rId21" Type="http://schemas.openxmlformats.org/officeDocument/2006/relationships/slide" Target="slides/slide15.xml"/><Relationship Id="rId43" Type="http://schemas.openxmlformats.org/officeDocument/2006/relationships/font" Target="fonts/Roboto-boldItalic.fntdata"/><Relationship Id="rId24" Type="http://schemas.openxmlformats.org/officeDocument/2006/relationships/slide" Target="slides/slide18.xml"/><Relationship Id="rId46" Type="http://schemas.openxmlformats.org/officeDocument/2006/relationships/font" Target="fonts/Poppins-italic.fntdata"/><Relationship Id="rId23" Type="http://schemas.openxmlformats.org/officeDocument/2006/relationships/slide" Target="slides/slide17.xml"/><Relationship Id="rId45"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Poppins-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17f15f1242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 name="Google Shape;107;g17f15f1242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7f15f12429_0_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g17f15f12429_0_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fdf37547ae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 name="Google Shape;164;g1fdf37547ae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7f15f12429_0_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g17f15f12429_0_9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58f808034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g258f8080343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58f8080343_0_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8" name="Google Shape;258;g258f8080343_0_2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1fdf37547ae_0_11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1fdf37547ae_0_1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37a9abd683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g237a9abd683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237a9abd683_0_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g237a9abd683_0_3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237a9abd683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g237a9abd683_0_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37a9abd683_0_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9" name="Google Shape;419;g237a9abd683_0_9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37a9abd683_0_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6" name="Google Shape;446;g237a9abd683_0_11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2eccb4c227_0_49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g22eccb4c227_0_4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2054e8446e1_0_2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6" name="Google Shape;516;g2054e8446e1_0_24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2054e8446e1_0_2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0" name="Google Shape;540;g2054e8446e1_0_26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37a9abd683_0_3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5" name="Google Shape;565;g237a9abd683_0_30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37a9abd683_0_2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6" name="Google Shape;596;g237a9abd683_0_22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g237a9abd683_0_2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9" name="Google Shape;629;g237a9abd683_0_25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237a9abd683_0_2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2" name="Google Shape;662;g237a9abd683_0_28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g24623dac9d7_0_9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4" name="Google Shape;694;g24623dac9d7_0_98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24623dac9d7_0_12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8" name="Google Shape;718;g24623dac9d7_0_1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1f06af3d026_0_53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2" name="Google Shape;762;g1f06af3d026_0_5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25aebee24b9_0_9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5" name="Google Shape;805;g25aebee24b9_0_9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258783839eb_0_2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1" name="Google Shape;831;g258783839eb_0_28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1" name="Shape 861"/>
        <p:cNvGrpSpPr/>
        <p:nvPr/>
      </p:nvGrpSpPr>
      <p:grpSpPr>
        <a:xfrm>
          <a:off x="0" y="0"/>
          <a:ext cx="0" cy="0"/>
          <a:chOff x="0" y="0"/>
          <a:chExt cx="0" cy="0"/>
        </a:xfrm>
      </p:grpSpPr>
      <p:sp>
        <p:nvSpPr>
          <p:cNvPr id="862" name="Google Shape;862;g237a9abd683_0_3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3" name="Google Shape;863;g237a9abd683_0_34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237a9abd683_0_37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5" name="Google Shape;895;g237a9abd683_0_37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1f06af3d026_0_5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8" name="Google Shape;928;g1f06af3d026_0_597: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1f06af3d026_0_62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2" name="Google Shape;952;g1f06af3d026_0_6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g1fdf37547ae_0_5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g1fdf37547ae_0_5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25aebee24b9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9" name="Google Shape;1039;g25aebee24b9_0_0: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2" name="Shape 1062"/>
        <p:cNvGrpSpPr/>
        <p:nvPr/>
      </p:nvGrpSpPr>
      <p:grpSpPr>
        <a:xfrm>
          <a:off x="0" y="0"/>
          <a:ext cx="0" cy="0"/>
          <a:chOff x="0" y="0"/>
          <a:chExt cx="0" cy="0"/>
        </a:xfrm>
      </p:grpSpPr>
      <p:sp>
        <p:nvSpPr>
          <p:cNvPr id="1063" name="Google Shape;1063;g24623dac9d7_0_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4" name="Google Shape;1064;g24623dac9d7_0_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5" name="Shape 1085"/>
        <p:cNvGrpSpPr/>
        <p:nvPr/>
      </p:nvGrpSpPr>
      <p:grpSpPr>
        <a:xfrm>
          <a:off x="0" y="0"/>
          <a:ext cx="0" cy="0"/>
          <a:chOff x="0" y="0"/>
          <a:chExt cx="0" cy="0"/>
        </a:xfrm>
      </p:grpSpPr>
      <p:sp>
        <p:nvSpPr>
          <p:cNvPr id="1086" name="Google Shape;1086;g17f15f12429_0_126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7" name="Google Shape;1087;g17f15f12429_0_12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6" name="Shape 1106"/>
        <p:cNvGrpSpPr/>
        <p:nvPr/>
      </p:nvGrpSpPr>
      <p:grpSpPr>
        <a:xfrm>
          <a:off x="0" y="0"/>
          <a:ext cx="0" cy="0"/>
          <a:chOff x="0" y="0"/>
          <a:chExt cx="0" cy="0"/>
        </a:xfrm>
      </p:grpSpPr>
      <p:sp>
        <p:nvSpPr>
          <p:cNvPr id="1107" name="Google Shape;1107;g17f15f12429_0_128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8" name="Google Shape;1108;g17f15f12429_0_128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0">
  <p:cSld name="TITLE_AND_BODY_1">
    <p:spTree>
      <p:nvGrpSpPr>
        <p:cNvPr id="50" name="Shape 50"/>
        <p:cNvGrpSpPr/>
        <p:nvPr/>
      </p:nvGrpSpPr>
      <p:grpSpPr>
        <a:xfrm>
          <a:off x="0" y="0"/>
          <a:ext cx="0" cy="0"/>
          <a:chOff x="0" y="0"/>
          <a:chExt cx="0" cy="0"/>
        </a:xfrm>
      </p:grpSpPr>
      <p:sp>
        <p:nvSpPr>
          <p:cNvPr id="51" name="Google Shape;51;p13"/>
          <p:cNvSpPr txBox="1"/>
          <p:nvPr>
            <p:ph type="title"/>
          </p:nvPr>
        </p:nvSpPr>
        <p:spPr>
          <a:xfrm>
            <a:off x="3672715" y="512078"/>
            <a:ext cx="1798500" cy="402900"/>
          </a:xfrm>
          <a:prstGeom prst="rect">
            <a:avLst/>
          </a:prstGeom>
          <a:noFill/>
          <a:ln>
            <a:noFill/>
          </a:ln>
        </p:spPr>
        <p:txBody>
          <a:bodyPr anchorCtr="0" anchor="t" bIns="0" lIns="0" spcFirstLastPara="1" rIns="0" wrap="square" tIns="0">
            <a:normAutofit/>
          </a:bodyPr>
          <a:lstStyle>
            <a:lvl1pPr lvl="0" rtl="0" algn="l">
              <a:lnSpc>
                <a:spcPct val="100000"/>
              </a:lnSpc>
              <a:spcBef>
                <a:spcPts val="0"/>
              </a:spcBef>
              <a:spcAft>
                <a:spcPts val="0"/>
              </a:spcAft>
              <a:buClr>
                <a:srgbClr val="4260FD"/>
              </a:buClr>
              <a:buSzPts val="1000"/>
              <a:buNone/>
              <a:defRPr/>
            </a:lvl1pPr>
            <a:lvl2pPr lvl="1" rtl="0" algn="l">
              <a:lnSpc>
                <a:spcPct val="100000"/>
              </a:lnSpc>
              <a:spcBef>
                <a:spcPts val="0"/>
              </a:spcBef>
              <a:spcAft>
                <a:spcPts val="0"/>
              </a:spcAft>
              <a:buClr>
                <a:srgbClr val="4260FD"/>
              </a:buClr>
              <a:buSzPts val="1000"/>
              <a:buNone/>
              <a:defRPr/>
            </a:lvl2pPr>
            <a:lvl3pPr lvl="2" rtl="0" algn="l">
              <a:lnSpc>
                <a:spcPct val="100000"/>
              </a:lnSpc>
              <a:spcBef>
                <a:spcPts val="0"/>
              </a:spcBef>
              <a:spcAft>
                <a:spcPts val="0"/>
              </a:spcAft>
              <a:buClr>
                <a:srgbClr val="4260FD"/>
              </a:buClr>
              <a:buSzPts val="1000"/>
              <a:buNone/>
              <a:defRPr/>
            </a:lvl3pPr>
            <a:lvl4pPr lvl="3" rtl="0" algn="l">
              <a:lnSpc>
                <a:spcPct val="100000"/>
              </a:lnSpc>
              <a:spcBef>
                <a:spcPts val="0"/>
              </a:spcBef>
              <a:spcAft>
                <a:spcPts val="0"/>
              </a:spcAft>
              <a:buClr>
                <a:srgbClr val="4260FD"/>
              </a:buClr>
              <a:buSzPts val="1000"/>
              <a:buNone/>
              <a:defRPr/>
            </a:lvl4pPr>
            <a:lvl5pPr lvl="4" rtl="0" algn="l">
              <a:lnSpc>
                <a:spcPct val="100000"/>
              </a:lnSpc>
              <a:spcBef>
                <a:spcPts val="0"/>
              </a:spcBef>
              <a:spcAft>
                <a:spcPts val="0"/>
              </a:spcAft>
              <a:buClr>
                <a:srgbClr val="4260FD"/>
              </a:buClr>
              <a:buSzPts val="1000"/>
              <a:buNone/>
              <a:defRPr/>
            </a:lvl5pPr>
            <a:lvl6pPr lvl="5" rtl="0" algn="l">
              <a:lnSpc>
                <a:spcPct val="100000"/>
              </a:lnSpc>
              <a:spcBef>
                <a:spcPts val="0"/>
              </a:spcBef>
              <a:spcAft>
                <a:spcPts val="0"/>
              </a:spcAft>
              <a:buClr>
                <a:srgbClr val="4260FD"/>
              </a:buClr>
              <a:buSzPts val="1000"/>
              <a:buNone/>
              <a:defRPr/>
            </a:lvl6pPr>
            <a:lvl7pPr lvl="6" rtl="0" algn="l">
              <a:lnSpc>
                <a:spcPct val="100000"/>
              </a:lnSpc>
              <a:spcBef>
                <a:spcPts val="0"/>
              </a:spcBef>
              <a:spcAft>
                <a:spcPts val="0"/>
              </a:spcAft>
              <a:buClr>
                <a:srgbClr val="4260FD"/>
              </a:buClr>
              <a:buSzPts val="1000"/>
              <a:buNone/>
              <a:defRPr/>
            </a:lvl7pPr>
            <a:lvl8pPr lvl="7" rtl="0" algn="l">
              <a:lnSpc>
                <a:spcPct val="100000"/>
              </a:lnSpc>
              <a:spcBef>
                <a:spcPts val="0"/>
              </a:spcBef>
              <a:spcAft>
                <a:spcPts val="0"/>
              </a:spcAft>
              <a:buClr>
                <a:srgbClr val="4260FD"/>
              </a:buClr>
              <a:buSzPts val="1000"/>
              <a:buNone/>
              <a:defRPr/>
            </a:lvl8pPr>
            <a:lvl9pPr lvl="8" rtl="0" algn="l">
              <a:lnSpc>
                <a:spcPct val="100000"/>
              </a:lnSpc>
              <a:spcBef>
                <a:spcPts val="0"/>
              </a:spcBef>
              <a:spcAft>
                <a:spcPts val="0"/>
              </a:spcAft>
              <a:buClr>
                <a:srgbClr val="4260FD"/>
              </a:buClr>
              <a:buSzPts val="1000"/>
              <a:buNone/>
              <a:defRPr/>
            </a:lvl9pPr>
          </a:lstStyle>
          <a:p/>
        </p:txBody>
      </p:sp>
      <p:sp>
        <p:nvSpPr>
          <p:cNvPr id="52" name="Google Shape;52;p13"/>
          <p:cNvSpPr txBox="1"/>
          <p:nvPr>
            <p:ph idx="12" type="sldNum"/>
          </p:nvPr>
        </p:nvSpPr>
        <p:spPr>
          <a:xfrm>
            <a:off x="8544790" y="4783454"/>
            <a:ext cx="142200" cy="153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3" name="Shape 53"/>
        <p:cNvGrpSpPr/>
        <p:nvPr/>
      </p:nvGrpSpPr>
      <p:grpSpPr>
        <a:xfrm>
          <a:off x="0" y="0"/>
          <a:ext cx="0" cy="0"/>
          <a:chOff x="0" y="0"/>
          <a:chExt cx="0" cy="0"/>
        </a:xfrm>
      </p:grpSpPr>
      <p:pic>
        <p:nvPicPr>
          <p:cNvPr descr="bg object 16" id="54" name="Google Shape;54;p14"/>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Image" id="55" name="Google Shape;55;p14"/>
          <p:cNvPicPr preferRelativeResize="0"/>
          <p:nvPr/>
        </p:nvPicPr>
        <p:blipFill rotWithShape="1">
          <a:blip r:embed="rId3">
            <a:alphaModFix/>
          </a:blip>
          <a:srcRect b="0" l="0" r="0" t="0"/>
          <a:stretch/>
        </p:blipFill>
        <p:spPr>
          <a:xfrm>
            <a:off x="7927296" y="115999"/>
            <a:ext cx="1070910" cy="240710"/>
          </a:xfrm>
          <a:prstGeom prst="rect">
            <a:avLst/>
          </a:prstGeom>
          <a:noFill/>
          <a:ln>
            <a:noFill/>
          </a:ln>
        </p:spPr>
      </p:pic>
      <p:sp>
        <p:nvSpPr>
          <p:cNvPr id="56" name="Google Shape;56;p14"/>
          <p:cNvSpPr txBox="1"/>
          <p:nvPr/>
        </p:nvSpPr>
        <p:spPr>
          <a:xfrm>
            <a:off x="3505624" y="4917750"/>
            <a:ext cx="2528400" cy="175200"/>
          </a:xfrm>
          <a:prstGeom prst="rect">
            <a:avLst/>
          </a:prstGeom>
          <a:noFill/>
          <a:ln>
            <a:noFill/>
          </a:ln>
        </p:spPr>
        <p:txBody>
          <a:bodyPr anchorCtr="0" anchor="t" bIns="25700" lIns="25700" spcFirstLastPara="1" rIns="25700" wrap="square" tIns="25700">
            <a:spAutoFit/>
          </a:bodyPr>
          <a:lstStyle/>
          <a:p>
            <a:pPr indent="0" lvl="0" marL="0" marR="0" rtl="0" algn="l">
              <a:lnSpc>
                <a:spcPct val="214285"/>
              </a:lnSpc>
              <a:spcBef>
                <a:spcPts val="0"/>
              </a:spcBef>
              <a:spcAft>
                <a:spcPts val="0"/>
              </a:spcAft>
              <a:buClr>
                <a:srgbClr val="474D57"/>
              </a:buClr>
              <a:buSzPts val="800"/>
              <a:buFont typeface="Poppins"/>
              <a:buNone/>
            </a:pPr>
            <a:r>
              <a:rPr b="0" i="0" lang="en-GB" sz="800" u="none" cap="none" strike="noStrike">
                <a:solidFill>
                  <a:srgbClr val="474D57"/>
                </a:solidFill>
                <a:latin typeface="Poppins"/>
                <a:ea typeface="Poppins"/>
                <a:cs typeface="Poppins"/>
                <a:sym typeface="Poppins"/>
              </a:rPr>
              <a:t>© 202</a:t>
            </a:r>
            <a:r>
              <a:rPr lang="en-GB" sz="800">
                <a:solidFill>
                  <a:srgbClr val="474D57"/>
                </a:solidFill>
                <a:latin typeface="Poppins"/>
                <a:ea typeface="Poppins"/>
                <a:cs typeface="Poppins"/>
                <a:sym typeface="Poppins"/>
              </a:rPr>
              <a:t>3</a:t>
            </a:r>
            <a:r>
              <a:rPr b="0" i="0" lang="en-GB" sz="800" u="none" cap="none" strike="noStrike">
                <a:solidFill>
                  <a:srgbClr val="474D57"/>
                </a:solidFill>
                <a:latin typeface="Poppins"/>
                <a:ea typeface="Poppins"/>
                <a:cs typeface="Poppins"/>
                <a:sym typeface="Poppins"/>
              </a:rPr>
              <a:t> Brightchamps.com. All rights reserved.</a:t>
            </a:r>
            <a:endParaRPr b="0" i="0" sz="800" u="none" cap="none" strike="noStrike">
              <a:solidFill>
                <a:srgbClr val="000000"/>
              </a:solidFill>
              <a:latin typeface="Arial"/>
              <a:ea typeface="Arial"/>
              <a:cs typeface="Arial"/>
              <a:sym typeface="Arial"/>
            </a:endParaRPr>
          </a:p>
        </p:txBody>
      </p:sp>
      <p:sp>
        <p:nvSpPr>
          <p:cNvPr id="57" name="Google Shape;57;p14"/>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8" name="Google Shape;58;p14"/>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9" name="Google Shape;59;p14"/>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60" name="Google Shape;60;p14"/>
          <p:cNvSpPr/>
          <p:nvPr/>
        </p:nvSpPr>
        <p:spPr>
          <a:xfrm>
            <a:off x="7736769"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41" id="61" name="Google Shape;61;p14"/>
          <p:cNvPicPr preferRelativeResize="0"/>
          <p:nvPr/>
        </p:nvPicPr>
        <p:blipFill rotWithShape="1">
          <a:blip r:embed="rId4">
            <a:alphaModFix/>
          </a:blip>
          <a:srcRect b="0" l="0" r="0" t="0"/>
          <a:stretch/>
        </p:blipFill>
        <p:spPr>
          <a:xfrm>
            <a:off x="8201113" y="2321719"/>
            <a:ext cx="64295" cy="64293"/>
          </a:xfrm>
          <a:prstGeom prst="rect">
            <a:avLst/>
          </a:prstGeom>
          <a:noFill/>
          <a:ln>
            <a:noFill/>
          </a:ln>
        </p:spPr>
      </p:pic>
      <p:pic>
        <p:nvPicPr>
          <p:cNvPr descr="object 42" id="62" name="Google Shape;62;p14"/>
          <p:cNvPicPr preferRelativeResize="0"/>
          <p:nvPr/>
        </p:nvPicPr>
        <p:blipFill rotWithShape="1">
          <a:blip r:embed="rId4">
            <a:alphaModFix/>
          </a:blip>
          <a:srcRect b="0" l="0" r="0" t="0"/>
          <a:stretch/>
        </p:blipFill>
        <p:spPr>
          <a:xfrm>
            <a:off x="8079669" y="2321719"/>
            <a:ext cx="64295" cy="64293"/>
          </a:xfrm>
          <a:prstGeom prst="rect">
            <a:avLst/>
          </a:prstGeom>
          <a:noFill/>
          <a:ln>
            <a:noFill/>
          </a:ln>
        </p:spPr>
      </p:pic>
      <p:pic>
        <p:nvPicPr>
          <p:cNvPr descr="object 43" id="63" name="Google Shape;63;p14"/>
          <p:cNvPicPr preferRelativeResize="0"/>
          <p:nvPr/>
        </p:nvPicPr>
        <p:blipFill rotWithShape="1">
          <a:blip r:embed="rId4">
            <a:alphaModFix/>
          </a:blip>
          <a:srcRect b="0" l="0" r="0" t="0"/>
          <a:stretch/>
        </p:blipFill>
        <p:spPr>
          <a:xfrm>
            <a:off x="8143963" y="2436019"/>
            <a:ext cx="64295" cy="64293"/>
          </a:xfrm>
          <a:prstGeom prst="rect">
            <a:avLst/>
          </a:prstGeom>
          <a:noFill/>
          <a:ln>
            <a:noFill/>
          </a:ln>
        </p:spPr>
      </p:pic>
      <p:sp>
        <p:nvSpPr>
          <p:cNvPr id="64" name="Google Shape;64;p14"/>
          <p:cNvSpPr/>
          <p:nvPr/>
        </p:nvSpPr>
        <p:spPr>
          <a:xfrm>
            <a:off x="8236832"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65" name="Google Shape;65;p14"/>
          <p:cNvSpPr/>
          <p:nvPr/>
        </p:nvSpPr>
        <p:spPr>
          <a:xfrm>
            <a:off x="140726" y="190462"/>
            <a:ext cx="304290" cy="316872"/>
          </a:xfrm>
          <a:custGeom>
            <a:rect b="b" l="l" r="r" t="t"/>
            <a:pathLst>
              <a:path extrusionOk="0" h="21600" w="21600">
                <a:moveTo>
                  <a:pt x="2677" y="21600"/>
                </a:moveTo>
                <a:lnTo>
                  <a:pt x="6094" y="13469"/>
                </a:lnTo>
                <a:lnTo>
                  <a:pt x="0" y="8915"/>
                </a:lnTo>
                <a:lnTo>
                  <a:pt x="7669" y="8915"/>
                </a:lnTo>
                <a:lnTo>
                  <a:pt x="10365" y="0"/>
                </a:lnTo>
                <a:lnTo>
                  <a:pt x="12986" y="8461"/>
                </a:lnTo>
                <a:lnTo>
                  <a:pt x="21600" y="8169"/>
                </a:lnTo>
                <a:lnTo>
                  <a:pt x="14916"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66" name="Google Shape;66;p14"/>
          <p:cNvSpPr/>
          <p:nvPr/>
        </p:nvSpPr>
        <p:spPr>
          <a:xfrm>
            <a:off x="1156719" y="369014"/>
            <a:ext cx="361098" cy="376056"/>
          </a:xfrm>
          <a:custGeom>
            <a:rect b="b" l="l" r="r" t="t"/>
            <a:pathLst>
              <a:path extrusionOk="0" h="21600" w="21600">
                <a:moveTo>
                  <a:pt x="2677" y="21600"/>
                </a:moveTo>
                <a:lnTo>
                  <a:pt x="6094" y="13469"/>
                </a:lnTo>
                <a:lnTo>
                  <a:pt x="0" y="8915"/>
                </a:lnTo>
                <a:lnTo>
                  <a:pt x="7669" y="8915"/>
                </a:lnTo>
                <a:lnTo>
                  <a:pt x="10365" y="0"/>
                </a:lnTo>
                <a:lnTo>
                  <a:pt x="12986" y="8461"/>
                </a:lnTo>
                <a:lnTo>
                  <a:pt x="21600" y="8169"/>
                </a:lnTo>
                <a:lnTo>
                  <a:pt x="14916"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67" name="Google Shape;67;p14"/>
          <p:cNvSpPr/>
          <p:nvPr/>
        </p:nvSpPr>
        <p:spPr>
          <a:xfrm>
            <a:off x="307220" y="3001053"/>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68" name="Google Shape;68;p14"/>
          <p:cNvSpPr/>
          <p:nvPr/>
        </p:nvSpPr>
        <p:spPr>
          <a:xfrm>
            <a:off x="703436" y="3631101"/>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69" name="Google Shape;69;p14"/>
          <p:cNvSpPr/>
          <p:nvPr/>
        </p:nvSpPr>
        <p:spPr>
          <a:xfrm>
            <a:off x="292626" y="1029472"/>
            <a:ext cx="212166" cy="220968"/>
          </a:xfrm>
          <a:custGeom>
            <a:rect b="b" l="l" r="r" t="t"/>
            <a:pathLst>
              <a:path extrusionOk="0" h="21600" w="21600">
                <a:moveTo>
                  <a:pt x="2677" y="21600"/>
                </a:moveTo>
                <a:lnTo>
                  <a:pt x="6094" y="13469"/>
                </a:lnTo>
                <a:lnTo>
                  <a:pt x="0" y="8915"/>
                </a:lnTo>
                <a:lnTo>
                  <a:pt x="7669" y="8915"/>
                </a:lnTo>
                <a:lnTo>
                  <a:pt x="10364" y="0"/>
                </a:lnTo>
                <a:lnTo>
                  <a:pt x="12987" y="8461"/>
                </a:lnTo>
                <a:lnTo>
                  <a:pt x="21600" y="8169"/>
                </a:lnTo>
                <a:lnTo>
                  <a:pt x="14917"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0" name="Google Shape;70;p14"/>
          <p:cNvSpPr/>
          <p:nvPr/>
        </p:nvSpPr>
        <p:spPr>
          <a:xfrm>
            <a:off x="495703" y="1921566"/>
            <a:ext cx="214110" cy="222966"/>
          </a:xfrm>
          <a:custGeom>
            <a:rect b="b" l="l" r="r" t="t"/>
            <a:pathLst>
              <a:path extrusionOk="0" h="21600" w="21600">
                <a:moveTo>
                  <a:pt x="2677" y="21600"/>
                </a:moveTo>
                <a:lnTo>
                  <a:pt x="6095" y="13469"/>
                </a:lnTo>
                <a:lnTo>
                  <a:pt x="0" y="8915"/>
                </a:lnTo>
                <a:lnTo>
                  <a:pt x="7669" y="8915"/>
                </a:lnTo>
                <a:lnTo>
                  <a:pt x="10365" y="0"/>
                </a:lnTo>
                <a:lnTo>
                  <a:pt x="12986" y="8461"/>
                </a:lnTo>
                <a:lnTo>
                  <a:pt x="21600" y="8169"/>
                </a:lnTo>
                <a:lnTo>
                  <a:pt x="14917"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1" name="Google Shape;71;p14"/>
          <p:cNvSpPr/>
          <p:nvPr/>
        </p:nvSpPr>
        <p:spPr>
          <a:xfrm>
            <a:off x="1121569" y="324683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10" id="72" name="Google Shape;72;p14"/>
          <p:cNvPicPr preferRelativeResize="0"/>
          <p:nvPr/>
        </p:nvPicPr>
        <p:blipFill rotWithShape="1">
          <a:blip r:embed="rId4">
            <a:alphaModFix/>
          </a:blip>
          <a:srcRect b="0" l="0" r="0" t="0"/>
          <a:stretch/>
        </p:blipFill>
        <p:spPr>
          <a:xfrm>
            <a:off x="800100" y="2739628"/>
            <a:ext cx="64293" cy="64293"/>
          </a:xfrm>
          <a:prstGeom prst="rect">
            <a:avLst/>
          </a:prstGeom>
          <a:noFill/>
          <a:ln>
            <a:noFill/>
          </a:ln>
        </p:spPr>
      </p:pic>
      <p:pic>
        <p:nvPicPr>
          <p:cNvPr descr="object 12" id="73" name="Google Shape;73;p14"/>
          <p:cNvPicPr preferRelativeResize="0"/>
          <p:nvPr/>
        </p:nvPicPr>
        <p:blipFill rotWithShape="1">
          <a:blip r:embed="rId4">
            <a:alphaModFix/>
          </a:blip>
          <a:srcRect b="0" l="0" r="0" t="0"/>
          <a:stretch/>
        </p:blipFill>
        <p:spPr>
          <a:xfrm>
            <a:off x="857250" y="2625328"/>
            <a:ext cx="64293" cy="64293"/>
          </a:xfrm>
          <a:prstGeom prst="rect">
            <a:avLst/>
          </a:prstGeom>
          <a:noFill/>
          <a:ln>
            <a:noFill/>
          </a:ln>
        </p:spPr>
      </p:pic>
      <p:pic>
        <p:nvPicPr>
          <p:cNvPr descr="object 13" id="74" name="Google Shape;74;p14"/>
          <p:cNvPicPr preferRelativeResize="0"/>
          <p:nvPr/>
        </p:nvPicPr>
        <p:blipFill rotWithShape="1">
          <a:blip r:embed="rId4">
            <a:alphaModFix/>
          </a:blip>
          <a:srcRect b="0" l="0" r="0" t="0"/>
          <a:stretch/>
        </p:blipFill>
        <p:spPr>
          <a:xfrm>
            <a:off x="2178844" y="732234"/>
            <a:ext cx="64293" cy="64293"/>
          </a:xfrm>
          <a:prstGeom prst="rect">
            <a:avLst/>
          </a:prstGeom>
          <a:noFill/>
          <a:ln>
            <a:noFill/>
          </a:ln>
        </p:spPr>
      </p:pic>
      <p:pic>
        <p:nvPicPr>
          <p:cNvPr descr="object 14" id="75" name="Google Shape;75;p14"/>
          <p:cNvPicPr preferRelativeResize="0"/>
          <p:nvPr/>
        </p:nvPicPr>
        <p:blipFill rotWithShape="1">
          <a:blip r:embed="rId4">
            <a:alphaModFix/>
          </a:blip>
          <a:srcRect b="0" l="0" r="0" t="0"/>
          <a:stretch/>
        </p:blipFill>
        <p:spPr>
          <a:xfrm>
            <a:off x="2514600" y="275034"/>
            <a:ext cx="64293" cy="64293"/>
          </a:xfrm>
          <a:prstGeom prst="rect">
            <a:avLst/>
          </a:prstGeom>
          <a:noFill/>
          <a:ln>
            <a:noFill/>
          </a:ln>
        </p:spPr>
      </p:pic>
      <p:pic>
        <p:nvPicPr>
          <p:cNvPr descr="object 15" id="76" name="Google Shape;76;p14"/>
          <p:cNvPicPr preferRelativeResize="0"/>
          <p:nvPr/>
        </p:nvPicPr>
        <p:blipFill rotWithShape="1">
          <a:blip r:embed="rId4">
            <a:alphaModFix/>
          </a:blip>
          <a:srcRect b="0" l="0" r="0" t="0"/>
          <a:stretch/>
        </p:blipFill>
        <p:spPr>
          <a:xfrm>
            <a:off x="3093244" y="375047"/>
            <a:ext cx="64293" cy="64293"/>
          </a:xfrm>
          <a:prstGeom prst="rect">
            <a:avLst/>
          </a:prstGeom>
          <a:noFill/>
          <a:ln>
            <a:noFill/>
          </a:ln>
        </p:spPr>
      </p:pic>
      <p:sp>
        <p:nvSpPr>
          <p:cNvPr id="77" name="Google Shape;77;p14"/>
          <p:cNvSpPr/>
          <p:nvPr/>
        </p:nvSpPr>
        <p:spPr>
          <a:xfrm>
            <a:off x="621506" y="4204097"/>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8" name="Google Shape;78;p14"/>
          <p:cNvSpPr txBox="1"/>
          <p:nvPr>
            <p:ph idx="12" type="sldNum"/>
          </p:nvPr>
        </p:nvSpPr>
        <p:spPr>
          <a:xfrm>
            <a:off x="8544790" y="4783454"/>
            <a:ext cx="142200" cy="153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SzPts val="1000"/>
              <a:buFont typeface="Calibri"/>
              <a:buNone/>
              <a:defRPr b="0" i="0" sz="10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_1">
    <p:spTree>
      <p:nvGrpSpPr>
        <p:cNvPr id="79" name="Shape 79"/>
        <p:cNvGrpSpPr/>
        <p:nvPr/>
      </p:nvGrpSpPr>
      <p:grpSpPr>
        <a:xfrm>
          <a:off x="0" y="0"/>
          <a:ext cx="0" cy="0"/>
          <a:chOff x="0" y="0"/>
          <a:chExt cx="0" cy="0"/>
        </a:xfrm>
      </p:grpSpPr>
      <p:pic>
        <p:nvPicPr>
          <p:cNvPr descr="bg object 16" id="80" name="Google Shape;80;p15"/>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descr="Image" id="81" name="Google Shape;81;p15"/>
          <p:cNvPicPr preferRelativeResize="0"/>
          <p:nvPr/>
        </p:nvPicPr>
        <p:blipFill rotWithShape="1">
          <a:blip r:embed="rId3">
            <a:alphaModFix/>
          </a:blip>
          <a:srcRect b="0" l="0" r="0" t="0"/>
          <a:stretch/>
        </p:blipFill>
        <p:spPr>
          <a:xfrm>
            <a:off x="7927296" y="115999"/>
            <a:ext cx="1070910" cy="240710"/>
          </a:xfrm>
          <a:prstGeom prst="rect">
            <a:avLst/>
          </a:prstGeom>
          <a:noFill/>
          <a:ln>
            <a:noFill/>
          </a:ln>
        </p:spPr>
      </p:pic>
      <p:sp>
        <p:nvSpPr>
          <p:cNvPr id="82" name="Google Shape;82;p15"/>
          <p:cNvSpPr txBox="1"/>
          <p:nvPr/>
        </p:nvSpPr>
        <p:spPr>
          <a:xfrm>
            <a:off x="3505634" y="4917758"/>
            <a:ext cx="2292600" cy="175200"/>
          </a:xfrm>
          <a:prstGeom prst="rect">
            <a:avLst/>
          </a:prstGeom>
          <a:noFill/>
          <a:ln>
            <a:noFill/>
          </a:ln>
        </p:spPr>
        <p:txBody>
          <a:bodyPr anchorCtr="0" anchor="t" bIns="25700" lIns="25700" spcFirstLastPara="1" rIns="25700" wrap="square" tIns="25700">
            <a:spAutoFit/>
          </a:bodyPr>
          <a:lstStyle/>
          <a:p>
            <a:pPr indent="0" lvl="0" marL="0" marR="0" rtl="0" algn="l">
              <a:lnSpc>
                <a:spcPct val="214285"/>
              </a:lnSpc>
              <a:spcBef>
                <a:spcPts val="0"/>
              </a:spcBef>
              <a:spcAft>
                <a:spcPts val="0"/>
              </a:spcAft>
              <a:buClr>
                <a:srgbClr val="474D57"/>
              </a:buClr>
              <a:buSzPts val="800"/>
              <a:buFont typeface="Arial"/>
              <a:buNone/>
            </a:pPr>
            <a:r>
              <a:rPr b="0" i="0" lang="en-GB" sz="800" u="none" cap="none" strike="noStrike">
                <a:solidFill>
                  <a:srgbClr val="474D57"/>
                </a:solidFill>
                <a:latin typeface="Arial"/>
                <a:ea typeface="Arial"/>
                <a:cs typeface="Arial"/>
                <a:sym typeface="Arial"/>
              </a:rPr>
              <a:t>© 202</a:t>
            </a:r>
            <a:r>
              <a:rPr lang="en-GB" sz="800">
                <a:solidFill>
                  <a:srgbClr val="474D57"/>
                </a:solidFill>
              </a:rPr>
              <a:t>2</a:t>
            </a:r>
            <a:r>
              <a:rPr b="0" i="0" lang="en-GB" sz="800" u="none" cap="none" strike="noStrike">
                <a:solidFill>
                  <a:srgbClr val="474D57"/>
                </a:solidFill>
                <a:latin typeface="Arial"/>
                <a:ea typeface="Arial"/>
                <a:cs typeface="Arial"/>
                <a:sym typeface="Arial"/>
              </a:rPr>
              <a:t> Brightchamps.com. All rights reserved</a:t>
            </a:r>
            <a:endParaRPr b="0" i="0" sz="800" u="none" cap="none" strike="noStrike">
              <a:solidFill>
                <a:srgbClr val="000000"/>
              </a:solidFill>
              <a:latin typeface="Arial"/>
              <a:ea typeface="Arial"/>
              <a:cs typeface="Arial"/>
              <a:sym typeface="Arial"/>
            </a:endParaRPr>
          </a:p>
        </p:txBody>
      </p:sp>
      <p:sp>
        <p:nvSpPr>
          <p:cNvPr id="83" name="Google Shape;83;p15"/>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4" name="Google Shape;84;p15"/>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5" name="Google Shape;85;p15"/>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6" name="Google Shape;86;p15"/>
          <p:cNvSpPr/>
          <p:nvPr/>
        </p:nvSpPr>
        <p:spPr>
          <a:xfrm>
            <a:off x="7736769"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descr="object 41" id="87" name="Google Shape;87;p15"/>
          <p:cNvPicPr preferRelativeResize="0"/>
          <p:nvPr/>
        </p:nvPicPr>
        <p:blipFill rotWithShape="1">
          <a:blip r:embed="rId4">
            <a:alphaModFix/>
          </a:blip>
          <a:srcRect b="0" l="0" r="0" t="0"/>
          <a:stretch/>
        </p:blipFill>
        <p:spPr>
          <a:xfrm>
            <a:off x="8201113" y="2321719"/>
            <a:ext cx="64295" cy="64293"/>
          </a:xfrm>
          <a:prstGeom prst="rect">
            <a:avLst/>
          </a:prstGeom>
          <a:noFill/>
          <a:ln>
            <a:noFill/>
          </a:ln>
        </p:spPr>
      </p:pic>
      <p:pic>
        <p:nvPicPr>
          <p:cNvPr descr="object 42" id="88" name="Google Shape;88;p15"/>
          <p:cNvPicPr preferRelativeResize="0"/>
          <p:nvPr/>
        </p:nvPicPr>
        <p:blipFill rotWithShape="1">
          <a:blip r:embed="rId4">
            <a:alphaModFix/>
          </a:blip>
          <a:srcRect b="0" l="0" r="0" t="0"/>
          <a:stretch/>
        </p:blipFill>
        <p:spPr>
          <a:xfrm>
            <a:off x="8079669" y="2321719"/>
            <a:ext cx="64295" cy="64293"/>
          </a:xfrm>
          <a:prstGeom prst="rect">
            <a:avLst/>
          </a:prstGeom>
          <a:noFill/>
          <a:ln>
            <a:noFill/>
          </a:ln>
        </p:spPr>
      </p:pic>
      <p:pic>
        <p:nvPicPr>
          <p:cNvPr descr="object 43" id="89" name="Google Shape;89;p15"/>
          <p:cNvPicPr preferRelativeResize="0"/>
          <p:nvPr/>
        </p:nvPicPr>
        <p:blipFill rotWithShape="1">
          <a:blip r:embed="rId4">
            <a:alphaModFix/>
          </a:blip>
          <a:srcRect b="0" l="0" r="0" t="0"/>
          <a:stretch/>
        </p:blipFill>
        <p:spPr>
          <a:xfrm>
            <a:off x="8143963" y="2436019"/>
            <a:ext cx="64295" cy="64293"/>
          </a:xfrm>
          <a:prstGeom prst="rect">
            <a:avLst/>
          </a:prstGeom>
          <a:noFill/>
          <a:ln>
            <a:noFill/>
          </a:ln>
        </p:spPr>
      </p:pic>
      <p:sp>
        <p:nvSpPr>
          <p:cNvPr id="90" name="Google Shape;90;p15"/>
          <p:cNvSpPr/>
          <p:nvPr/>
        </p:nvSpPr>
        <p:spPr>
          <a:xfrm>
            <a:off x="8236832"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1" name="Google Shape;91;p15"/>
          <p:cNvSpPr/>
          <p:nvPr/>
        </p:nvSpPr>
        <p:spPr>
          <a:xfrm>
            <a:off x="140726" y="190462"/>
            <a:ext cx="304290" cy="316872"/>
          </a:xfrm>
          <a:custGeom>
            <a:rect b="b" l="l" r="r" t="t"/>
            <a:pathLst>
              <a:path extrusionOk="0" h="21600" w="21600">
                <a:moveTo>
                  <a:pt x="2677" y="21600"/>
                </a:moveTo>
                <a:lnTo>
                  <a:pt x="6094" y="13469"/>
                </a:lnTo>
                <a:lnTo>
                  <a:pt x="0" y="8915"/>
                </a:lnTo>
                <a:lnTo>
                  <a:pt x="7669" y="8915"/>
                </a:lnTo>
                <a:lnTo>
                  <a:pt x="10365" y="0"/>
                </a:lnTo>
                <a:lnTo>
                  <a:pt x="12986" y="8461"/>
                </a:lnTo>
                <a:lnTo>
                  <a:pt x="21600" y="8169"/>
                </a:lnTo>
                <a:lnTo>
                  <a:pt x="14916"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2" name="Google Shape;92;p15"/>
          <p:cNvSpPr/>
          <p:nvPr/>
        </p:nvSpPr>
        <p:spPr>
          <a:xfrm>
            <a:off x="1156719" y="369014"/>
            <a:ext cx="361098" cy="376056"/>
          </a:xfrm>
          <a:custGeom>
            <a:rect b="b" l="l" r="r" t="t"/>
            <a:pathLst>
              <a:path extrusionOk="0" h="21600" w="21600">
                <a:moveTo>
                  <a:pt x="2677" y="21600"/>
                </a:moveTo>
                <a:lnTo>
                  <a:pt x="6094" y="13469"/>
                </a:lnTo>
                <a:lnTo>
                  <a:pt x="0" y="8915"/>
                </a:lnTo>
                <a:lnTo>
                  <a:pt x="7669" y="8915"/>
                </a:lnTo>
                <a:lnTo>
                  <a:pt x="10365" y="0"/>
                </a:lnTo>
                <a:lnTo>
                  <a:pt x="12986" y="8461"/>
                </a:lnTo>
                <a:lnTo>
                  <a:pt x="21600" y="8169"/>
                </a:lnTo>
                <a:lnTo>
                  <a:pt x="14916"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3" name="Google Shape;93;p15"/>
          <p:cNvSpPr/>
          <p:nvPr/>
        </p:nvSpPr>
        <p:spPr>
          <a:xfrm>
            <a:off x="307220" y="3001053"/>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4" name="Google Shape;94;p15"/>
          <p:cNvSpPr/>
          <p:nvPr/>
        </p:nvSpPr>
        <p:spPr>
          <a:xfrm>
            <a:off x="703436" y="3631101"/>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5" name="Google Shape;95;p15"/>
          <p:cNvSpPr/>
          <p:nvPr/>
        </p:nvSpPr>
        <p:spPr>
          <a:xfrm>
            <a:off x="292626" y="1029472"/>
            <a:ext cx="212166" cy="220968"/>
          </a:xfrm>
          <a:custGeom>
            <a:rect b="b" l="l" r="r" t="t"/>
            <a:pathLst>
              <a:path extrusionOk="0" h="21600" w="21600">
                <a:moveTo>
                  <a:pt x="2677" y="21600"/>
                </a:moveTo>
                <a:lnTo>
                  <a:pt x="6094" y="13469"/>
                </a:lnTo>
                <a:lnTo>
                  <a:pt x="0" y="8915"/>
                </a:lnTo>
                <a:lnTo>
                  <a:pt x="7669" y="8915"/>
                </a:lnTo>
                <a:lnTo>
                  <a:pt x="10364" y="0"/>
                </a:lnTo>
                <a:lnTo>
                  <a:pt x="12987" y="8461"/>
                </a:lnTo>
                <a:lnTo>
                  <a:pt x="21600" y="8169"/>
                </a:lnTo>
                <a:lnTo>
                  <a:pt x="14917"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6" name="Google Shape;96;p15"/>
          <p:cNvSpPr/>
          <p:nvPr/>
        </p:nvSpPr>
        <p:spPr>
          <a:xfrm>
            <a:off x="495703" y="1921566"/>
            <a:ext cx="214110" cy="222966"/>
          </a:xfrm>
          <a:custGeom>
            <a:rect b="b" l="l" r="r" t="t"/>
            <a:pathLst>
              <a:path extrusionOk="0" h="21600" w="21600">
                <a:moveTo>
                  <a:pt x="2677" y="21600"/>
                </a:moveTo>
                <a:lnTo>
                  <a:pt x="6095" y="13469"/>
                </a:lnTo>
                <a:lnTo>
                  <a:pt x="0" y="8915"/>
                </a:lnTo>
                <a:lnTo>
                  <a:pt x="7669" y="8915"/>
                </a:lnTo>
                <a:lnTo>
                  <a:pt x="10365" y="0"/>
                </a:lnTo>
                <a:lnTo>
                  <a:pt x="12986" y="8461"/>
                </a:lnTo>
                <a:lnTo>
                  <a:pt x="21600" y="8169"/>
                </a:lnTo>
                <a:lnTo>
                  <a:pt x="14917"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7" name="Google Shape;97;p15"/>
          <p:cNvSpPr/>
          <p:nvPr/>
        </p:nvSpPr>
        <p:spPr>
          <a:xfrm>
            <a:off x="1121569" y="324683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pic>
        <p:nvPicPr>
          <p:cNvPr descr="object 10" id="98" name="Google Shape;98;p15"/>
          <p:cNvPicPr preferRelativeResize="0"/>
          <p:nvPr/>
        </p:nvPicPr>
        <p:blipFill rotWithShape="1">
          <a:blip r:embed="rId4">
            <a:alphaModFix/>
          </a:blip>
          <a:srcRect b="0" l="0" r="0" t="0"/>
          <a:stretch/>
        </p:blipFill>
        <p:spPr>
          <a:xfrm>
            <a:off x="800100" y="2739628"/>
            <a:ext cx="64293" cy="64293"/>
          </a:xfrm>
          <a:prstGeom prst="rect">
            <a:avLst/>
          </a:prstGeom>
          <a:noFill/>
          <a:ln>
            <a:noFill/>
          </a:ln>
        </p:spPr>
      </p:pic>
      <p:pic>
        <p:nvPicPr>
          <p:cNvPr descr="object 12" id="99" name="Google Shape;99;p15"/>
          <p:cNvPicPr preferRelativeResize="0"/>
          <p:nvPr/>
        </p:nvPicPr>
        <p:blipFill rotWithShape="1">
          <a:blip r:embed="rId4">
            <a:alphaModFix/>
          </a:blip>
          <a:srcRect b="0" l="0" r="0" t="0"/>
          <a:stretch/>
        </p:blipFill>
        <p:spPr>
          <a:xfrm>
            <a:off x="857250" y="2625328"/>
            <a:ext cx="64293" cy="64293"/>
          </a:xfrm>
          <a:prstGeom prst="rect">
            <a:avLst/>
          </a:prstGeom>
          <a:noFill/>
          <a:ln>
            <a:noFill/>
          </a:ln>
        </p:spPr>
      </p:pic>
      <p:pic>
        <p:nvPicPr>
          <p:cNvPr descr="object 13" id="100" name="Google Shape;100;p15"/>
          <p:cNvPicPr preferRelativeResize="0"/>
          <p:nvPr/>
        </p:nvPicPr>
        <p:blipFill rotWithShape="1">
          <a:blip r:embed="rId4">
            <a:alphaModFix/>
          </a:blip>
          <a:srcRect b="0" l="0" r="0" t="0"/>
          <a:stretch/>
        </p:blipFill>
        <p:spPr>
          <a:xfrm>
            <a:off x="2178844" y="732234"/>
            <a:ext cx="64293" cy="64293"/>
          </a:xfrm>
          <a:prstGeom prst="rect">
            <a:avLst/>
          </a:prstGeom>
          <a:noFill/>
          <a:ln>
            <a:noFill/>
          </a:ln>
        </p:spPr>
      </p:pic>
      <p:pic>
        <p:nvPicPr>
          <p:cNvPr descr="object 14" id="101" name="Google Shape;101;p15"/>
          <p:cNvPicPr preferRelativeResize="0"/>
          <p:nvPr/>
        </p:nvPicPr>
        <p:blipFill rotWithShape="1">
          <a:blip r:embed="rId4">
            <a:alphaModFix/>
          </a:blip>
          <a:srcRect b="0" l="0" r="0" t="0"/>
          <a:stretch/>
        </p:blipFill>
        <p:spPr>
          <a:xfrm>
            <a:off x="2514600" y="275034"/>
            <a:ext cx="64293" cy="64293"/>
          </a:xfrm>
          <a:prstGeom prst="rect">
            <a:avLst/>
          </a:prstGeom>
          <a:noFill/>
          <a:ln>
            <a:noFill/>
          </a:ln>
        </p:spPr>
      </p:pic>
      <p:pic>
        <p:nvPicPr>
          <p:cNvPr descr="object 15" id="102" name="Google Shape;102;p15"/>
          <p:cNvPicPr preferRelativeResize="0"/>
          <p:nvPr/>
        </p:nvPicPr>
        <p:blipFill rotWithShape="1">
          <a:blip r:embed="rId4">
            <a:alphaModFix/>
          </a:blip>
          <a:srcRect b="0" l="0" r="0" t="0"/>
          <a:stretch/>
        </p:blipFill>
        <p:spPr>
          <a:xfrm>
            <a:off x="3093244" y="375047"/>
            <a:ext cx="64293" cy="64293"/>
          </a:xfrm>
          <a:prstGeom prst="rect">
            <a:avLst/>
          </a:prstGeom>
          <a:noFill/>
          <a:ln>
            <a:noFill/>
          </a:ln>
        </p:spPr>
      </p:pic>
      <p:sp>
        <p:nvSpPr>
          <p:cNvPr id="103" name="Google Shape;103;p15"/>
          <p:cNvSpPr/>
          <p:nvPr/>
        </p:nvSpPr>
        <p:spPr>
          <a:xfrm>
            <a:off x="621506" y="4204097"/>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4" name="Google Shape;104;p15"/>
          <p:cNvSpPr txBox="1"/>
          <p:nvPr>
            <p:ph idx="12" type="sldNum"/>
          </p:nvPr>
        </p:nvSpPr>
        <p:spPr>
          <a:xfrm>
            <a:off x="8544790" y="4783454"/>
            <a:ext cx="142200" cy="153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888888"/>
              </a:buClr>
              <a:buSzPts val="1000"/>
              <a:buFont typeface="Arial"/>
              <a:buNone/>
              <a:defRPr b="0" i="0" sz="10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4.png"/></Relationships>
</file>

<file path=ppt/slides/_rels/slide3.xml.rels><?xml version="1.0" encoding="UTF-8" standalone="yes"?><Relationships xmlns="http://schemas.openxmlformats.org/package/2006/relationships"><Relationship Id="rId11" Type="http://schemas.openxmlformats.org/officeDocument/2006/relationships/slide" Target="/ppt/slides/slide29.xml"/><Relationship Id="rId10" Type="http://schemas.openxmlformats.org/officeDocument/2006/relationships/slide" Target="/ppt/slides/slide27.xml"/><Relationship Id="rId13" Type="http://schemas.openxmlformats.org/officeDocument/2006/relationships/slide" Target="/ppt/slides/slide32.xml"/><Relationship Id="rId12" Type="http://schemas.openxmlformats.org/officeDocument/2006/relationships/slide" Target="/ppt/slides/slide31.xml"/><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slide" Target="/ppt/slides/slide4.xml"/><Relationship Id="rId9" Type="http://schemas.openxmlformats.org/officeDocument/2006/relationships/slide" Target="/ppt/slides/slide22.xml"/><Relationship Id="rId5" Type="http://schemas.openxmlformats.org/officeDocument/2006/relationships/hyperlink" Target="https://docs.google.com/document/d/1nOgr7n6YA1k64FpDQmWNxSe5c2so1aEvkIdAiYjR9eQ/edit?usp=sharing" TargetMode="External"/><Relationship Id="rId6" Type="http://schemas.openxmlformats.org/officeDocument/2006/relationships/slide" Target="/ppt/slides/slide7.xml"/><Relationship Id="rId7" Type="http://schemas.openxmlformats.org/officeDocument/2006/relationships/slide" Target="/ppt/slides/slide13.xml"/><Relationship Id="rId8" Type="http://schemas.openxmlformats.org/officeDocument/2006/relationships/slide" Target="/ppt/slides/slide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hyperlink" Target="https://studio.code.org/projects/spritelab/DVJWOeewsg05AB8kpJsZcWk45XZkOPfJCcxMevzaSsk"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1.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hyperlink" Target="https://studio.code.org/hom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8.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hyperlink" Target="https://studio.code.org/home" TargetMode="Externa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slide" Target="/ppt/slides/slide16.xml"/><Relationship Id="rId4" Type="http://schemas.openxmlformats.org/officeDocument/2006/relationships/slide" Target="/ppt/slides/slide12.xml"/><Relationship Id="rId5" Type="http://schemas.openxmlformats.org/officeDocument/2006/relationships/slide" Target="/ppt/slides/slide16.xml"/><Relationship Id="rId6" Type="http://schemas.openxmlformats.org/officeDocument/2006/relationships/slide" Target="/ppt/slid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slide" Target="/ppt/slides/slide20.xml"/><Relationship Id="rId5" Type="http://schemas.openxmlformats.org/officeDocument/2006/relationships/slide" Target="/ppt/slides/slide22.xml"/><Relationship Id="rId6" Type="http://schemas.openxmlformats.org/officeDocument/2006/relationships/slide" Target="/ppt/slides/slide22.xml"/><Relationship Id="rId7" Type="http://schemas.openxmlformats.org/officeDocument/2006/relationships/slide" Target="/ppt/slides/slide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hyperlink" Target="https://www.funbrain.com/games/turtle-wax" TargetMode="Externa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4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slide" Target="/ppt/slides/slide27.xml"/><Relationship Id="rId5" Type="http://schemas.openxmlformats.org/officeDocument/2006/relationships/slide" Target="/ppt/slides/slide29.xml"/><Relationship Id="rId6" Type="http://schemas.openxmlformats.org/officeDocument/2006/relationships/slide" Target="/ppt/slides/slide29.xml"/><Relationship Id="rId7" Type="http://schemas.openxmlformats.org/officeDocument/2006/relationships/slide" Target="/ppt/slides/slide2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hyperlink" Target="https://studio.code.org/projects/applab/CAVYZGJ8l8pmh4HfxJtDxOpNJePmuSFuFCJ0vLRveDg" TargetMode="External"/><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 Id="rId3" Type="http://schemas.openxmlformats.org/officeDocument/2006/relationships/hyperlink" Target="https://studio.code.org/home" TargetMode="External"/><Relationship Id="rId4" Type="http://schemas.openxmlformats.org/officeDocument/2006/relationships/hyperlink" Target="https://studio.code.org/projects/spritelab/DVJWOeewsg05AB8kpJsZcWk45XZkOPfJCcxMevzaSsk" TargetMode="External"/><Relationship Id="rId5" Type="http://schemas.openxmlformats.org/officeDocument/2006/relationships/hyperlink" Target="https://docs.google.com/document/d/1nOgr7n6YA1k64FpDQmWNxSe5c2so1aEvkIdAiYjR9eQ/edit?usp=sharin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39.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1" Type="http://schemas.openxmlformats.org/officeDocument/2006/relationships/image" Target="../media/image42.png"/><Relationship Id="rId10" Type="http://schemas.openxmlformats.org/officeDocument/2006/relationships/image" Target="../media/image40.png"/><Relationship Id="rId12" Type="http://schemas.openxmlformats.org/officeDocument/2006/relationships/image" Target="../media/image36.png"/><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37.png"/><Relationship Id="rId5" Type="http://schemas.openxmlformats.org/officeDocument/2006/relationships/image" Target="../media/image34.png"/><Relationship Id="rId6" Type="http://schemas.openxmlformats.org/officeDocument/2006/relationships/image" Target="../media/image43.png"/><Relationship Id="rId7" Type="http://schemas.openxmlformats.org/officeDocument/2006/relationships/image" Target="../media/image49.png"/><Relationship Id="rId8"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descr="main.png" id="109" name="Google Shape;109;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0" name="Google Shape;110;p16"/>
          <p:cNvSpPr txBox="1"/>
          <p:nvPr>
            <p:ph type="title"/>
          </p:nvPr>
        </p:nvSpPr>
        <p:spPr>
          <a:xfrm>
            <a:off x="2196703" y="1567786"/>
            <a:ext cx="4707300" cy="809700"/>
          </a:xfrm>
          <a:prstGeom prst="rect">
            <a:avLst/>
          </a:prstGeom>
          <a:noFill/>
          <a:ln>
            <a:noFill/>
          </a:ln>
        </p:spPr>
        <p:txBody>
          <a:bodyPr anchorCtr="0" anchor="t" bIns="0" lIns="0" spcFirstLastPara="1" rIns="0" wrap="square" tIns="0">
            <a:normAutofit fontScale="90000"/>
          </a:bodyPr>
          <a:lstStyle/>
          <a:p>
            <a:pPr indent="0" lvl="0" marL="0" rtl="0" algn="ctr">
              <a:spcBef>
                <a:spcPts val="0"/>
              </a:spcBef>
              <a:spcAft>
                <a:spcPts val="0"/>
              </a:spcAft>
              <a:buClr>
                <a:srgbClr val="445EF5"/>
              </a:buClr>
              <a:buSzPct val="185714"/>
              <a:buFont typeface="Poppins"/>
              <a:buNone/>
            </a:pPr>
            <a:r>
              <a:rPr b="1" lang="en-GB">
                <a:solidFill>
                  <a:srgbClr val="4260FD"/>
                </a:solidFill>
                <a:latin typeface="Poppins"/>
                <a:ea typeface="Poppins"/>
                <a:cs typeface="Poppins"/>
                <a:sym typeface="Poppins"/>
              </a:rPr>
              <a:t>App Development </a:t>
            </a:r>
            <a:endParaRPr b="1">
              <a:solidFill>
                <a:srgbClr val="4260FD"/>
              </a:solidFill>
              <a:latin typeface="Poppins"/>
              <a:ea typeface="Poppins"/>
              <a:cs typeface="Poppins"/>
              <a:sym typeface="Poppins"/>
            </a:endParaRPr>
          </a:p>
          <a:p>
            <a:pPr indent="0" lvl="0" marL="0" rtl="0" algn="ctr">
              <a:spcBef>
                <a:spcPts val="0"/>
              </a:spcBef>
              <a:spcAft>
                <a:spcPts val="0"/>
              </a:spcAft>
              <a:buClr>
                <a:srgbClr val="445EF5"/>
              </a:buClr>
              <a:buSzPct val="185714"/>
              <a:buFont typeface="Poppins"/>
              <a:buNone/>
            </a:pPr>
            <a:r>
              <a:t/>
            </a:r>
            <a:endParaRPr b="1">
              <a:solidFill>
                <a:srgbClr val="4260FD"/>
              </a:solidFill>
              <a:latin typeface="Poppins"/>
              <a:ea typeface="Poppins"/>
              <a:cs typeface="Poppins"/>
              <a:sym typeface="Poppins"/>
            </a:endParaRPr>
          </a:p>
          <a:p>
            <a:pPr indent="0" lvl="0" marL="0" rtl="0" algn="ctr">
              <a:spcBef>
                <a:spcPts val="0"/>
              </a:spcBef>
              <a:spcAft>
                <a:spcPts val="0"/>
              </a:spcAft>
              <a:buClr>
                <a:srgbClr val="445EF5"/>
              </a:buClr>
              <a:buSzPct val="185714"/>
              <a:buFont typeface="Poppins"/>
              <a:buNone/>
            </a:pPr>
            <a:r>
              <a:t/>
            </a:r>
            <a:endParaRPr b="1">
              <a:solidFill>
                <a:srgbClr val="4260FD"/>
              </a:solidFill>
              <a:latin typeface="Poppins"/>
              <a:ea typeface="Poppins"/>
              <a:cs typeface="Poppins"/>
              <a:sym typeface="Poppins"/>
            </a:endParaRPr>
          </a:p>
          <a:p>
            <a:pPr indent="0" lvl="0" marL="0" rtl="0" algn="ctr">
              <a:spcBef>
                <a:spcPts val="0"/>
              </a:spcBef>
              <a:spcAft>
                <a:spcPts val="0"/>
              </a:spcAft>
              <a:buClr>
                <a:srgbClr val="445EF5"/>
              </a:buClr>
              <a:buSzPct val="185714"/>
              <a:buFont typeface="Poppins"/>
              <a:buNone/>
            </a:pPr>
            <a:r>
              <a:t/>
            </a:r>
            <a:endParaRPr b="1"/>
          </a:p>
          <a:p>
            <a:pPr indent="0" lvl="0" marL="0" rtl="0" algn="ctr">
              <a:spcBef>
                <a:spcPts val="0"/>
              </a:spcBef>
              <a:spcAft>
                <a:spcPts val="0"/>
              </a:spcAft>
              <a:buClr>
                <a:srgbClr val="445EF5"/>
              </a:buClr>
              <a:buSzPct val="185714"/>
              <a:buFont typeface="Poppins"/>
              <a:buNone/>
            </a:pPr>
            <a:r>
              <a:t/>
            </a:r>
            <a:endParaRPr b="1">
              <a:solidFill>
                <a:srgbClr val="4260FD"/>
              </a:solidFill>
              <a:latin typeface="Poppins"/>
              <a:ea typeface="Poppins"/>
              <a:cs typeface="Poppins"/>
              <a:sym typeface="Poppins"/>
            </a:endParaRPr>
          </a:p>
        </p:txBody>
      </p:sp>
      <p:pic>
        <p:nvPicPr>
          <p:cNvPr descr="Image" id="111" name="Google Shape;111;p16"/>
          <p:cNvPicPr preferRelativeResize="0"/>
          <p:nvPr/>
        </p:nvPicPr>
        <p:blipFill rotWithShape="1">
          <a:blip r:embed="rId4">
            <a:alphaModFix/>
          </a:blip>
          <a:srcRect b="0" l="0" r="0" t="0"/>
          <a:stretch/>
        </p:blipFill>
        <p:spPr>
          <a:xfrm>
            <a:off x="3864769" y="403690"/>
            <a:ext cx="1557338" cy="350045"/>
          </a:xfrm>
          <a:prstGeom prst="rect">
            <a:avLst/>
          </a:prstGeom>
          <a:noFill/>
          <a:ln>
            <a:noFill/>
          </a:ln>
        </p:spPr>
      </p:pic>
      <p:sp>
        <p:nvSpPr>
          <p:cNvPr id="112" name="Google Shape;112;p16"/>
          <p:cNvSpPr txBox="1"/>
          <p:nvPr/>
        </p:nvSpPr>
        <p:spPr>
          <a:xfrm>
            <a:off x="3038850" y="2524775"/>
            <a:ext cx="3049800" cy="589200"/>
          </a:xfrm>
          <a:prstGeom prst="rect">
            <a:avLst/>
          </a:prstGeom>
          <a:noFill/>
          <a:ln>
            <a:noFill/>
          </a:ln>
        </p:spPr>
        <p:txBody>
          <a:bodyPr anchorCtr="0" anchor="t" bIns="0" lIns="0" spcFirstLastPara="1" rIns="0" wrap="square" tIns="0">
            <a:noAutofit/>
          </a:bodyPr>
          <a:lstStyle/>
          <a:p>
            <a:pPr indent="0" lvl="0" marL="0" marR="0" rtl="0" algn="ctr">
              <a:lnSpc>
                <a:spcPct val="80000"/>
              </a:lnSpc>
              <a:spcBef>
                <a:spcPts val="0"/>
              </a:spcBef>
              <a:spcAft>
                <a:spcPts val="0"/>
              </a:spcAft>
              <a:buClr>
                <a:srgbClr val="FFAF18"/>
              </a:buClr>
              <a:buSzPts val="1330"/>
              <a:buFont typeface="Poppins"/>
              <a:buNone/>
            </a:pPr>
            <a:r>
              <a:rPr b="1" i="0" lang="en-GB" sz="1530" u="none" cap="none" strike="noStrike">
                <a:solidFill>
                  <a:srgbClr val="FFAF18"/>
                </a:solidFill>
                <a:latin typeface="Poppins"/>
                <a:ea typeface="Poppins"/>
                <a:cs typeface="Poppins"/>
                <a:sym typeface="Poppins"/>
              </a:rPr>
              <a:t>LESSON </a:t>
            </a:r>
            <a:r>
              <a:rPr b="1" lang="en-GB" sz="1530">
                <a:solidFill>
                  <a:srgbClr val="FFAF18"/>
                </a:solidFill>
                <a:latin typeface="Poppins"/>
                <a:ea typeface="Poppins"/>
                <a:cs typeface="Poppins"/>
                <a:sym typeface="Poppins"/>
              </a:rPr>
              <a:t>:2</a:t>
            </a:r>
            <a:endParaRPr b="1" i="0" sz="1530" u="none" cap="none" strike="noStrike">
              <a:solidFill>
                <a:srgbClr val="FFAF18"/>
              </a:solidFill>
              <a:latin typeface="Poppins"/>
              <a:ea typeface="Poppins"/>
              <a:cs typeface="Poppins"/>
              <a:sym typeface="Poppins"/>
            </a:endParaRPr>
          </a:p>
          <a:p>
            <a:pPr indent="0" lvl="0" marL="0" marR="0" rtl="0" algn="ctr">
              <a:lnSpc>
                <a:spcPct val="80000"/>
              </a:lnSpc>
              <a:spcBef>
                <a:spcPts val="0"/>
              </a:spcBef>
              <a:spcAft>
                <a:spcPts val="0"/>
              </a:spcAft>
              <a:buClr>
                <a:srgbClr val="FFAF18"/>
              </a:buClr>
              <a:buSzPts val="1330"/>
              <a:buFont typeface="Poppins"/>
              <a:buNone/>
            </a:pPr>
            <a:r>
              <a:rPr b="1" lang="en-GB" sz="1530">
                <a:solidFill>
                  <a:srgbClr val="FFAF18"/>
                </a:solidFill>
                <a:latin typeface="Poppins"/>
                <a:ea typeface="Poppins"/>
                <a:cs typeface="Poppins"/>
                <a:sym typeface="Poppins"/>
              </a:rPr>
              <a:t>Bird And the Balloons</a:t>
            </a:r>
            <a:r>
              <a:rPr b="1" lang="en-GB" sz="2030">
                <a:solidFill>
                  <a:srgbClr val="FF00FF"/>
                </a:solidFill>
                <a:latin typeface="Poppins"/>
                <a:ea typeface="Poppins"/>
                <a:cs typeface="Poppins"/>
                <a:sym typeface="Poppins"/>
              </a:rPr>
              <a:t> </a:t>
            </a:r>
            <a:endParaRPr b="1" sz="2030">
              <a:solidFill>
                <a:srgbClr val="FF00FF"/>
              </a:solidFill>
              <a:latin typeface="Poppins"/>
              <a:ea typeface="Poppins"/>
              <a:cs typeface="Poppins"/>
              <a:sym typeface="Poppins"/>
            </a:endParaRPr>
          </a:p>
          <a:p>
            <a:pPr indent="0" lvl="0" marL="0" marR="0" rtl="0" algn="ctr">
              <a:lnSpc>
                <a:spcPct val="80000"/>
              </a:lnSpc>
              <a:spcBef>
                <a:spcPts val="0"/>
              </a:spcBef>
              <a:spcAft>
                <a:spcPts val="0"/>
              </a:spcAft>
              <a:buClr>
                <a:srgbClr val="FFAF18"/>
              </a:buClr>
              <a:buSzPts val="1330"/>
              <a:buFont typeface="Poppins"/>
              <a:buNone/>
            </a:pPr>
            <a:r>
              <a:t/>
            </a:r>
            <a:endParaRPr b="1" sz="1530">
              <a:solidFill>
                <a:srgbClr val="FFAF18"/>
              </a:solidFill>
              <a:latin typeface="Poppins"/>
              <a:ea typeface="Poppins"/>
              <a:cs typeface="Poppins"/>
              <a:sym typeface="Poppins"/>
            </a:endParaRPr>
          </a:p>
        </p:txBody>
      </p:sp>
      <p:sp>
        <p:nvSpPr>
          <p:cNvPr id="113" name="Google Shape;113;p16"/>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grpSp>
        <p:nvGrpSpPr>
          <p:cNvPr id="118" name="Google Shape;118;p17"/>
          <p:cNvGrpSpPr/>
          <p:nvPr/>
        </p:nvGrpSpPr>
        <p:grpSpPr>
          <a:xfrm>
            <a:off x="0" y="0"/>
            <a:ext cx="1381251" cy="1200013"/>
            <a:chOff x="-1" y="-1"/>
            <a:chExt cx="2539998" cy="2387610"/>
          </a:xfrm>
        </p:grpSpPr>
        <p:sp>
          <p:nvSpPr>
            <p:cNvPr id="119" name="Google Shape;119;p17"/>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20" name="Google Shape;120;p17"/>
            <p:cNvGrpSpPr/>
            <p:nvPr/>
          </p:nvGrpSpPr>
          <p:grpSpPr>
            <a:xfrm>
              <a:off x="180250" y="237004"/>
              <a:ext cx="2215000" cy="1884429"/>
              <a:chOff x="0" y="-1"/>
              <a:chExt cx="2215000" cy="1884429"/>
            </a:xfrm>
          </p:grpSpPr>
          <p:sp>
            <p:nvSpPr>
              <p:cNvPr id="121" name="Google Shape;121;p17"/>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22" name="Google Shape;122;p17"/>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23" name="Google Shape;123;p17"/>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124" name="Google Shape;124;p17"/>
          <p:cNvSpPr txBox="1"/>
          <p:nvPr/>
        </p:nvSpPr>
        <p:spPr>
          <a:xfrm>
            <a:off x="2357450" y="1893450"/>
            <a:ext cx="1959000" cy="867000"/>
          </a:xfrm>
          <a:prstGeom prst="rect">
            <a:avLst/>
          </a:prstGeom>
          <a:noFill/>
          <a:ln>
            <a:noFill/>
          </a:ln>
        </p:spPr>
        <p:txBody>
          <a:bodyPr anchorCtr="0" anchor="t" bIns="0" lIns="0" spcFirstLastPara="1" rIns="0" wrap="square" tIns="0">
            <a:spAutoFit/>
          </a:bodyPr>
          <a:lstStyle/>
          <a:p>
            <a:pPr indent="12700" lvl="0" marL="0" marR="0" rtl="0" algn="l">
              <a:lnSpc>
                <a:spcPct val="100000"/>
              </a:lnSpc>
              <a:spcBef>
                <a:spcPts val="0"/>
              </a:spcBef>
              <a:spcAft>
                <a:spcPts val="0"/>
              </a:spcAft>
              <a:buClr>
                <a:srgbClr val="000000"/>
              </a:buClr>
              <a:buSzPts val="1700"/>
              <a:buFont typeface="Poppins"/>
              <a:buNone/>
            </a:pPr>
            <a:r>
              <a:rPr b="1" lang="en-GB" sz="1700">
                <a:latin typeface="Poppins"/>
                <a:ea typeface="Poppins"/>
                <a:cs typeface="Poppins"/>
                <a:sym typeface="Poppins"/>
              </a:rPr>
              <a:t>Objective</a:t>
            </a:r>
            <a:endParaRPr b="0" i="0" sz="800" u="none" cap="none" strike="noStrike">
              <a:solidFill>
                <a:srgbClr val="000000"/>
              </a:solidFill>
              <a:latin typeface="Arial"/>
              <a:ea typeface="Arial"/>
              <a:cs typeface="Arial"/>
              <a:sym typeface="Arial"/>
            </a:endParaRPr>
          </a:p>
          <a:p>
            <a:pPr indent="12700" lvl="0" marL="0" marR="0" rtl="0" algn="l">
              <a:lnSpc>
                <a:spcPct val="100000"/>
              </a:lnSpc>
              <a:spcBef>
                <a:spcPts val="400"/>
              </a:spcBef>
              <a:spcAft>
                <a:spcPts val="0"/>
              </a:spcAft>
              <a:buClr>
                <a:srgbClr val="000000"/>
              </a:buClr>
              <a:buSzPts val="1200"/>
              <a:buFont typeface="Poppins"/>
              <a:buNone/>
            </a:pPr>
            <a:r>
              <a:rPr lang="en-GB" sz="1200">
                <a:latin typeface="Poppins"/>
                <a:ea typeface="Poppins"/>
                <a:cs typeface="Poppins"/>
                <a:sym typeface="Poppins"/>
              </a:rPr>
              <a:t>Create a ‘Bird and the Balloons’ project using the code blocks</a:t>
            </a:r>
            <a:r>
              <a:rPr lang="en-GB" sz="1200">
                <a:latin typeface="Poppins"/>
                <a:ea typeface="Poppins"/>
                <a:cs typeface="Poppins"/>
                <a:sym typeface="Poppins"/>
              </a:rPr>
              <a:t>.</a:t>
            </a:r>
            <a:endParaRPr b="0" i="0" sz="800" u="none" cap="none" strike="noStrike">
              <a:solidFill>
                <a:srgbClr val="000000"/>
              </a:solidFill>
              <a:latin typeface="Arial"/>
              <a:ea typeface="Arial"/>
              <a:cs typeface="Arial"/>
              <a:sym typeface="Arial"/>
            </a:endParaRPr>
          </a:p>
        </p:txBody>
      </p:sp>
      <p:sp>
        <p:nvSpPr>
          <p:cNvPr id="125" name="Google Shape;125;p17"/>
          <p:cNvSpPr txBox="1"/>
          <p:nvPr/>
        </p:nvSpPr>
        <p:spPr>
          <a:xfrm>
            <a:off x="2475263" y="3244396"/>
            <a:ext cx="1100100" cy="497700"/>
          </a:xfrm>
          <a:prstGeom prst="rect">
            <a:avLst/>
          </a:prstGeom>
          <a:noFill/>
          <a:ln>
            <a:noFill/>
          </a:ln>
        </p:spPr>
        <p:txBody>
          <a:bodyPr anchorCtr="0" anchor="t" bIns="0" lIns="0" spcFirstLastPara="1" rIns="0" wrap="square" tIns="0">
            <a:spAutoFit/>
          </a:bodyPr>
          <a:lstStyle/>
          <a:p>
            <a:pPr indent="12700" lvl="0" marL="0" marR="0" rtl="0" algn="l">
              <a:lnSpc>
                <a:spcPct val="100000"/>
              </a:lnSpc>
              <a:spcBef>
                <a:spcPts val="0"/>
              </a:spcBef>
              <a:spcAft>
                <a:spcPts val="0"/>
              </a:spcAft>
              <a:buClr>
                <a:srgbClr val="000000"/>
              </a:buClr>
              <a:buSzPts val="1700"/>
              <a:buFont typeface="Poppins"/>
              <a:buNone/>
            </a:pPr>
            <a:r>
              <a:rPr b="1" i="0" lang="en-GB" sz="1700" u="none" cap="none" strike="noStrike">
                <a:solidFill>
                  <a:srgbClr val="000000"/>
                </a:solidFill>
                <a:latin typeface="Poppins"/>
                <a:ea typeface="Poppins"/>
                <a:cs typeface="Poppins"/>
                <a:sym typeface="Poppins"/>
              </a:rPr>
              <a:t>Time</a:t>
            </a:r>
            <a:endParaRPr b="0" i="0" sz="800" u="none" cap="none" strike="noStrike">
              <a:solidFill>
                <a:srgbClr val="000000"/>
              </a:solidFill>
              <a:latin typeface="Arial"/>
              <a:ea typeface="Arial"/>
              <a:cs typeface="Arial"/>
              <a:sym typeface="Arial"/>
            </a:endParaRPr>
          </a:p>
          <a:p>
            <a:pPr indent="12700" lvl="0" marL="0" marR="0" rtl="0" algn="l">
              <a:lnSpc>
                <a:spcPct val="100000"/>
              </a:lnSpc>
              <a:spcBef>
                <a:spcPts val="400"/>
              </a:spcBef>
              <a:spcAft>
                <a:spcPts val="0"/>
              </a:spcAft>
              <a:buClr>
                <a:srgbClr val="000000"/>
              </a:buClr>
              <a:buSzPts val="1200"/>
              <a:buFont typeface="Poppins"/>
              <a:buNone/>
            </a:pPr>
            <a:r>
              <a:rPr b="0" i="0" lang="en-GB" sz="1200" u="none" cap="none" strike="noStrike">
                <a:solidFill>
                  <a:srgbClr val="000000"/>
                </a:solidFill>
                <a:latin typeface="Poppins"/>
                <a:ea typeface="Poppins"/>
                <a:cs typeface="Poppins"/>
                <a:sym typeface="Poppins"/>
              </a:rPr>
              <a:t>5</a:t>
            </a:r>
            <a:r>
              <a:rPr lang="en-GB" sz="1200">
                <a:latin typeface="Poppins"/>
                <a:ea typeface="Poppins"/>
                <a:cs typeface="Poppins"/>
                <a:sym typeface="Poppins"/>
              </a:rPr>
              <a:t>5 </a:t>
            </a:r>
            <a:r>
              <a:rPr b="0" i="0" lang="en-GB" sz="1200" u="none" cap="none" strike="noStrike">
                <a:solidFill>
                  <a:srgbClr val="000000"/>
                </a:solidFill>
                <a:latin typeface="Poppins"/>
                <a:ea typeface="Poppins"/>
                <a:cs typeface="Poppins"/>
                <a:sym typeface="Poppins"/>
              </a:rPr>
              <a:t>Minutes</a:t>
            </a:r>
            <a:endParaRPr b="0" i="0" sz="800" u="none" cap="none" strike="noStrike">
              <a:solidFill>
                <a:srgbClr val="000000"/>
              </a:solidFill>
              <a:latin typeface="Arial"/>
              <a:ea typeface="Arial"/>
              <a:cs typeface="Arial"/>
              <a:sym typeface="Arial"/>
            </a:endParaRPr>
          </a:p>
        </p:txBody>
      </p:sp>
      <p:sp>
        <p:nvSpPr>
          <p:cNvPr id="126" name="Google Shape;126;p17"/>
          <p:cNvSpPr/>
          <p:nvPr/>
        </p:nvSpPr>
        <p:spPr>
          <a:xfrm>
            <a:off x="267888" y="2943903"/>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27" name="Google Shape;127;p17"/>
          <p:cNvGrpSpPr/>
          <p:nvPr/>
        </p:nvGrpSpPr>
        <p:grpSpPr>
          <a:xfrm>
            <a:off x="7650888" y="3859072"/>
            <a:ext cx="1493017" cy="1284562"/>
            <a:chOff x="-2" y="-1"/>
            <a:chExt cx="2837895" cy="2438424"/>
          </a:xfrm>
        </p:grpSpPr>
        <p:sp>
          <p:nvSpPr>
            <p:cNvPr id="128" name="Google Shape;128;p17"/>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29" name="Google Shape;129;p17"/>
            <p:cNvGrpSpPr/>
            <p:nvPr/>
          </p:nvGrpSpPr>
          <p:grpSpPr>
            <a:xfrm>
              <a:off x="-2" y="183652"/>
              <a:ext cx="2448159" cy="1884384"/>
              <a:chOff x="-1" y="-1"/>
              <a:chExt cx="2448159" cy="1884384"/>
            </a:xfrm>
          </p:grpSpPr>
          <p:sp>
            <p:nvSpPr>
              <p:cNvPr id="130" name="Google Shape;130;p17"/>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31" name="Google Shape;131;p17"/>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32" name="Google Shape;132;p17"/>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133" name="Google Shape;133;p17"/>
          <p:cNvSpPr/>
          <p:nvPr/>
        </p:nvSpPr>
        <p:spPr>
          <a:xfrm>
            <a:off x="664103" y="3573951"/>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34" name="Google Shape;134;p17"/>
          <p:cNvSpPr/>
          <p:nvPr/>
        </p:nvSpPr>
        <p:spPr>
          <a:xfrm>
            <a:off x="456370" y="1864416"/>
            <a:ext cx="214110" cy="222966"/>
          </a:xfrm>
          <a:custGeom>
            <a:rect b="b" l="l" r="r" t="t"/>
            <a:pathLst>
              <a:path extrusionOk="0" h="21600" w="21600">
                <a:moveTo>
                  <a:pt x="2677" y="21600"/>
                </a:moveTo>
                <a:lnTo>
                  <a:pt x="6095" y="13469"/>
                </a:lnTo>
                <a:lnTo>
                  <a:pt x="0" y="8915"/>
                </a:lnTo>
                <a:lnTo>
                  <a:pt x="7669" y="8915"/>
                </a:lnTo>
                <a:lnTo>
                  <a:pt x="10365" y="0"/>
                </a:lnTo>
                <a:lnTo>
                  <a:pt x="12986" y="8461"/>
                </a:lnTo>
                <a:lnTo>
                  <a:pt x="21600" y="8169"/>
                </a:lnTo>
                <a:lnTo>
                  <a:pt x="14917"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35" name="Google Shape;135;p17"/>
          <p:cNvSpPr/>
          <p:nvPr/>
        </p:nvSpPr>
        <p:spPr>
          <a:xfrm>
            <a:off x="126361" y="3651910"/>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36" name="Google Shape;136;p17"/>
          <p:cNvSpPr txBox="1"/>
          <p:nvPr/>
        </p:nvSpPr>
        <p:spPr>
          <a:xfrm>
            <a:off x="5982025" y="1742675"/>
            <a:ext cx="2521800" cy="513000"/>
          </a:xfrm>
          <a:prstGeom prst="rect">
            <a:avLst/>
          </a:prstGeom>
          <a:noFill/>
          <a:ln>
            <a:noFill/>
          </a:ln>
        </p:spPr>
        <p:txBody>
          <a:bodyPr anchorCtr="0" anchor="t" bIns="0" lIns="0" spcFirstLastPara="1" rIns="0" wrap="square" tIns="0">
            <a:spAutoFit/>
          </a:bodyPr>
          <a:lstStyle/>
          <a:p>
            <a:pPr indent="12700" lvl="0" marL="0" marR="0" rtl="0" algn="l">
              <a:lnSpc>
                <a:spcPct val="100000"/>
              </a:lnSpc>
              <a:spcBef>
                <a:spcPts val="0"/>
              </a:spcBef>
              <a:spcAft>
                <a:spcPts val="0"/>
              </a:spcAft>
              <a:buClr>
                <a:srgbClr val="000000"/>
              </a:buClr>
              <a:buSzPts val="1700"/>
              <a:buFont typeface="Poppins"/>
              <a:buNone/>
            </a:pPr>
            <a:r>
              <a:rPr b="1" i="0" lang="en-GB" sz="1700" u="none" cap="none" strike="noStrike">
                <a:solidFill>
                  <a:srgbClr val="000000"/>
                </a:solidFill>
                <a:latin typeface="Poppins"/>
                <a:ea typeface="Poppins"/>
                <a:cs typeface="Poppins"/>
                <a:sym typeface="Poppins"/>
              </a:rPr>
              <a:t>Topics Covered</a:t>
            </a:r>
            <a:endParaRPr b="1" i="0" sz="1700" u="none" cap="none" strike="noStrike">
              <a:solidFill>
                <a:srgbClr val="000000"/>
              </a:solidFill>
              <a:latin typeface="Poppins"/>
              <a:ea typeface="Poppins"/>
              <a:cs typeface="Poppins"/>
              <a:sym typeface="Poppins"/>
            </a:endParaRPr>
          </a:p>
          <a:p>
            <a:pPr indent="12700" lvl="0" marL="0" marR="0" rtl="0" algn="l">
              <a:lnSpc>
                <a:spcPct val="100000"/>
              </a:lnSpc>
              <a:spcBef>
                <a:spcPts val="400"/>
              </a:spcBef>
              <a:spcAft>
                <a:spcPts val="0"/>
              </a:spcAft>
              <a:buClr>
                <a:srgbClr val="000000"/>
              </a:buClr>
              <a:buSzPts val="1200"/>
              <a:buFont typeface="Poppins"/>
              <a:buNone/>
            </a:pPr>
            <a:r>
              <a:rPr lang="en-GB" sz="1300">
                <a:highlight>
                  <a:srgbClr val="EBF3FE"/>
                </a:highlight>
                <a:latin typeface="Poppins"/>
                <a:ea typeface="Poppins"/>
                <a:cs typeface="Poppins"/>
                <a:sym typeface="Poppins"/>
              </a:rPr>
              <a:t>Event blocks, variables, sprites</a:t>
            </a:r>
            <a:endParaRPr b="0" i="0" sz="500" u="none" cap="none" strike="noStrike">
              <a:solidFill>
                <a:srgbClr val="000000"/>
              </a:solidFill>
              <a:latin typeface="Arial"/>
              <a:ea typeface="Arial"/>
              <a:cs typeface="Arial"/>
              <a:sym typeface="Arial"/>
            </a:endParaRPr>
          </a:p>
        </p:txBody>
      </p:sp>
      <p:pic>
        <p:nvPicPr>
          <p:cNvPr descr="object 25" id="137" name="Google Shape;137;p17"/>
          <p:cNvPicPr preferRelativeResize="0"/>
          <p:nvPr/>
        </p:nvPicPr>
        <p:blipFill rotWithShape="1">
          <a:blip r:embed="rId3">
            <a:alphaModFix/>
          </a:blip>
          <a:srcRect b="0" l="0" r="0" t="0"/>
          <a:stretch/>
        </p:blipFill>
        <p:spPr>
          <a:xfrm>
            <a:off x="760767" y="2682478"/>
            <a:ext cx="64293" cy="64293"/>
          </a:xfrm>
          <a:prstGeom prst="rect">
            <a:avLst/>
          </a:prstGeom>
          <a:noFill/>
          <a:ln>
            <a:noFill/>
          </a:ln>
        </p:spPr>
      </p:pic>
      <p:sp>
        <p:nvSpPr>
          <p:cNvPr id="138" name="Google Shape;138;p17"/>
          <p:cNvSpPr txBox="1"/>
          <p:nvPr/>
        </p:nvSpPr>
        <p:spPr>
          <a:xfrm>
            <a:off x="6220525" y="3243675"/>
            <a:ext cx="2044800" cy="733800"/>
          </a:xfrm>
          <a:prstGeom prst="rect">
            <a:avLst/>
          </a:prstGeom>
          <a:noFill/>
          <a:ln>
            <a:noFill/>
          </a:ln>
        </p:spPr>
        <p:txBody>
          <a:bodyPr anchorCtr="0" anchor="t" bIns="0" lIns="0" spcFirstLastPara="1" rIns="0" wrap="square" tIns="0">
            <a:spAutoFit/>
          </a:bodyPr>
          <a:lstStyle/>
          <a:p>
            <a:pPr indent="12700" lvl="0" marL="0" marR="0" rtl="0" algn="l">
              <a:lnSpc>
                <a:spcPct val="100000"/>
              </a:lnSpc>
              <a:spcBef>
                <a:spcPts val="0"/>
              </a:spcBef>
              <a:spcAft>
                <a:spcPts val="0"/>
              </a:spcAft>
              <a:buClr>
                <a:srgbClr val="000000"/>
              </a:buClr>
              <a:buSzPts val="1700"/>
              <a:buFont typeface="Poppins"/>
              <a:buNone/>
            </a:pPr>
            <a:r>
              <a:rPr b="1" i="0" lang="en-GB" sz="1700" u="none" cap="none" strike="noStrike">
                <a:solidFill>
                  <a:srgbClr val="000000"/>
                </a:solidFill>
                <a:latin typeface="Poppins"/>
                <a:ea typeface="Poppins"/>
                <a:cs typeface="Poppins"/>
                <a:sym typeface="Poppins"/>
              </a:rPr>
              <a:t>Tools Used</a:t>
            </a:r>
            <a:endParaRPr b="0" i="0" sz="800" u="none" cap="none" strike="noStrike">
              <a:solidFill>
                <a:srgbClr val="000000"/>
              </a:solidFill>
              <a:latin typeface="Arial"/>
              <a:ea typeface="Arial"/>
              <a:cs typeface="Arial"/>
              <a:sym typeface="Arial"/>
            </a:endParaRPr>
          </a:p>
          <a:p>
            <a:pPr indent="12700" lvl="0" marL="0" marR="0" rtl="0" algn="l">
              <a:lnSpc>
                <a:spcPct val="100000"/>
              </a:lnSpc>
              <a:spcBef>
                <a:spcPts val="400"/>
              </a:spcBef>
              <a:spcAft>
                <a:spcPts val="0"/>
              </a:spcAft>
              <a:buClr>
                <a:srgbClr val="000000"/>
              </a:buClr>
              <a:buSzPts val="1200"/>
              <a:buFont typeface="Poppins"/>
              <a:buNone/>
            </a:pPr>
            <a:r>
              <a:rPr lang="en-GB" sz="1200">
                <a:latin typeface="Poppins"/>
                <a:ea typeface="Poppins"/>
                <a:cs typeface="Poppins"/>
                <a:sym typeface="Poppins"/>
              </a:rPr>
              <a:t> Code.org</a:t>
            </a:r>
            <a:endParaRPr sz="1200">
              <a:latin typeface="Poppins"/>
              <a:ea typeface="Poppins"/>
              <a:cs typeface="Poppins"/>
              <a:sym typeface="Poppins"/>
            </a:endParaRPr>
          </a:p>
          <a:p>
            <a:pPr indent="0" lvl="0" marL="0" marR="0" rtl="0" algn="l">
              <a:lnSpc>
                <a:spcPct val="100000"/>
              </a:lnSpc>
              <a:spcBef>
                <a:spcPts val="400"/>
              </a:spcBef>
              <a:spcAft>
                <a:spcPts val="0"/>
              </a:spcAft>
              <a:buClr>
                <a:srgbClr val="000000"/>
              </a:buClr>
              <a:buSzPts val="1200"/>
              <a:buFont typeface="Poppins"/>
              <a:buNone/>
            </a:pPr>
            <a:r>
              <a:t/>
            </a:r>
            <a:endParaRPr sz="1200">
              <a:latin typeface="Poppins"/>
              <a:ea typeface="Poppins"/>
              <a:cs typeface="Poppins"/>
              <a:sym typeface="Poppins"/>
            </a:endParaRPr>
          </a:p>
        </p:txBody>
      </p:sp>
      <p:pic>
        <p:nvPicPr>
          <p:cNvPr descr="object 26" id="139" name="Google Shape;139;p17"/>
          <p:cNvPicPr preferRelativeResize="0"/>
          <p:nvPr/>
        </p:nvPicPr>
        <p:blipFill rotWithShape="1">
          <a:blip r:embed="rId3">
            <a:alphaModFix/>
          </a:blip>
          <a:srcRect b="0" l="0" r="0" t="0"/>
          <a:stretch/>
        </p:blipFill>
        <p:spPr>
          <a:xfrm>
            <a:off x="882211" y="2682478"/>
            <a:ext cx="64293" cy="64293"/>
          </a:xfrm>
          <a:prstGeom prst="rect">
            <a:avLst/>
          </a:prstGeom>
          <a:noFill/>
          <a:ln>
            <a:noFill/>
          </a:ln>
        </p:spPr>
      </p:pic>
      <p:pic>
        <p:nvPicPr>
          <p:cNvPr descr="object 27" id="140" name="Google Shape;140;p17"/>
          <p:cNvPicPr preferRelativeResize="0"/>
          <p:nvPr/>
        </p:nvPicPr>
        <p:blipFill rotWithShape="1">
          <a:blip r:embed="rId3">
            <a:alphaModFix/>
          </a:blip>
          <a:srcRect b="0" l="0" r="0" t="0"/>
          <a:stretch/>
        </p:blipFill>
        <p:spPr>
          <a:xfrm>
            <a:off x="817917" y="2568178"/>
            <a:ext cx="64293" cy="64293"/>
          </a:xfrm>
          <a:prstGeom prst="rect">
            <a:avLst/>
          </a:prstGeom>
          <a:noFill/>
          <a:ln>
            <a:noFill/>
          </a:ln>
        </p:spPr>
      </p:pic>
      <p:pic>
        <p:nvPicPr>
          <p:cNvPr descr="object 28" id="141" name="Google Shape;141;p17"/>
          <p:cNvPicPr preferRelativeResize="0"/>
          <p:nvPr/>
        </p:nvPicPr>
        <p:blipFill rotWithShape="1">
          <a:blip r:embed="rId3">
            <a:alphaModFix/>
          </a:blip>
          <a:srcRect b="0" l="0" r="0" t="0"/>
          <a:stretch/>
        </p:blipFill>
        <p:spPr>
          <a:xfrm>
            <a:off x="2139510" y="675084"/>
            <a:ext cx="64294" cy="64293"/>
          </a:xfrm>
          <a:prstGeom prst="rect">
            <a:avLst/>
          </a:prstGeom>
          <a:noFill/>
          <a:ln>
            <a:noFill/>
          </a:ln>
        </p:spPr>
      </p:pic>
      <p:pic>
        <p:nvPicPr>
          <p:cNvPr descr="object 29" id="142" name="Google Shape;142;p17"/>
          <p:cNvPicPr preferRelativeResize="0"/>
          <p:nvPr/>
        </p:nvPicPr>
        <p:blipFill rotWithShape="1">
          <a:blip r:embed="rId3">
            <a:alphaModFix/>
          </a:blip>
          <a:srcRect b="0" l="0" r="0" t="0"/>
          <a:stretch/>
        </p:blipFill>
        <p:spPr>
          <a:xfrm>
            <a:off x="2475267" y="217884"/>
            <a:ext cx="64294" cy="64293"/>
          </a:xfrm>
          <a:prstGeom prst="rect">
            <a:avLst/>
          </a:prstGeom>
          <a:noFill/>
          <a:ln>
            <a:noFill/>
          </a:ln>
        </p:spPr>
      </p:pic>
      <p:pic>
        <p:nvPicPr>
          <p:cNvPr descr="object 30" id="143" name="Google Shape;143;p17"/>
          <p:cNvPicPr preferRelativeResize="0"/>
          <p:nvPr/>
        </p:nvPicPr>
        <p:blipFill rotWithShape="1">
          <a:blip r:embed="rId3">
            <a:alphaModFix/>
          </a:blip>
          <a:srcRect b="0" l="0" r="0" t="0"/>
          <a:stretch/>
        </p:blipFill>
        <p:spPr>
          <a:xfrm>
            <a:off x="3053910" y="317897"/>
            <a:ext cx="64294" cy="64293"/>
          </a:xfrm>
          <a:prstGeom prst="rect">
            <a:avLst/>
          </a:prstGeom>
          <a:noFill/>
          <a:ln>
            <a:noFill/>
          </a:ln>
        </p:spPr>
      </p:pic>
      <p:sp>
        <p:nvSpPr>
          <p:cNvPr id="144" name="Google Shape;144;p17"/>
          <p:cNvSpPr/>
          <p:nvPr/>
        </p:nvSpPr>
        <p:spPr>
          <a:xfrm>
            <a:off x="582173" y="4146946"/>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45" name="Google Shape;145;p17"/>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46" name="Google Shape;146;p17"/>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39" id="147" name="Google Shape;147;p17"/>
          <p:cNvPicPr preferRelativeResize="0"/>
          <p:nvPr/>
        </p:nvPicPr>
        <p:blipFill rotWithShape="1">
          <a:blip r:embed="rId3">
            <a:alphaModFix/>
          </a:blip>
          <a:srcRect b="0" l="0" r="0" t="0"/>
          <a:stretch/>
        </p:blipFill>
        <p:spPr>
          <a:xfrm>
            <a:off x="6822368" y="4329113"/>
            <a:ext cx="64295" cy="64293"/>
          </a:xfrm>
          <a:prstGeom prst="rect">
            <a:avLst/>
          </a:prstGeom>
          <a:noFill/>
          <a:ln>
            <a:noFill/>
          </a:ln>
        </p:spPr>
      </p:pic>
      <p:pic>
        <p:nvPicPr>
          <p:cNvPr descr="object 40" id="148" name="Google Shape;148;p17"/>
          <p:cNvPicPr preferRelativeResize="0"/>
          <p:nvPr/>
        </p:nvPicPr>
        <p:blipFill rotWithShape="1">
          <a:blip r:embed="rId3">
            <a:alphaModFix/>
          </a:blip>
          <a:srcRect b="0" l="0" r="0" t="0"/>
          <a:stretch/>
        </p:blipFill>
        <p:spPr>
          <a:xfrm>
            <a:off x="6486612" y="4786313"/>
            <a:ext cx="64295" cy="64293"/>
          </a:xfrm>
          <a:prstGeom prst="rect">
            <a:avLst/>
          </a:prstGeom>
          <a:noFill/>
          <a:ln>
            <a:noFill/>
          </a:ln>
        </p:spPr>
      </p:pic>
      <p:pic>
        <p:nvPicPr>
          <p:cNvPr descr="object 41" id="149" name="Google Shape;149;p17"/>
          <p:cNvPicPr preferRelativeResize="0"/>
          <p:nvPr/>
        </p:nvPicPr>
        <p:blipFill rotWithShape="1">
          <a:blip r:embed="rId3">
            <a:alphaModFix/>
          </a:blip>
          <a:srcRect b="0" l="0" r="0" t="0"/>
          <a:stretch/>
        </p:blipFill>
        <p:spPr>
          <a:xfrm>
            <a:off x="5907968" y="4686300"/>
            <a:ext cx="64295" cy="64293"/>
          </a:xfrm>
          <a:prstGeom prst="rect">
            <a:avLst/>
          </a:prstGeom>
          <a:noFill/>
          <a:ln>
            <a:noFill/>
          </a:ln>
        </p:spPr>
      </p:pic>
      <p:sp>
        <p:nvSpPr>
          <p:cNvPr id="150" name="Google Shape;150;p17"/>
          <p:cNvSpPr/>
          <p:nvPr/>
        </p:nvSpPr>
        <p:spPr>
          <a:xfrm>
            <a:off x="8236831"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51" name="Google Shape;151;p17"/>
          <p:cNvSpPr txBox="1"/>
          <p:nvPr/>
        </p:nvSpPr>
        <p:spPr>
          <a:xfrm>
            <a:off x="3243913" y="142798"/>
            <a:ext cx="3627000" cy="446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66FF"/>
              </a:buClr>
              <a:buSzPts val="2900"/>
              <a:buFont typeface="Poppins"/>
              <a:buNone/>
            </a:pPr>
            <a:r>
              <a:rPr b="1" lang="en-GB" sz="2900">
                <a:solidFill>
                  <a:srgbClr val="0066FF"/>
                </a:solidFill>
                <a:latin typeface="Poppins"/>
                <a:ea typeface="Poppins"/>
                <a:cs typeface="Poppins"/>
                <a:sym typeface="Poppins"/>
              </a:rPr>
              <a:t>Session Details</a:t>
            </a:r>
            <a:endParaRPr b="0" i="0" sz="800" u="none" cap="none" strike="noStrike">
              <a:solidFill>
                <a:srgbClr val="000000"/>
              </a:solidFill>
              <a:latin typeface="Arial"/>
              <a:ea typeface="Arial"/>
              <a:cs typeface="Arial"/>
              <a:sym typeface="Arial"/>
            </a:endParaRPr>
          </a:p>
        </p:txBody>
      </p:sp>
      <p:sp>
        <p:nvSpPr>
          <p:cNvPr id="152" name="Google Shape;152;p17"/>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53" name="Google Shape;153;p17"/>
          <p:cNvSpPr/>
          <p:nvPr/>
        </p:nvSpPr>
        <p:spPr>
          <a:xfrm>
            <a:off x="7736768"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36" id="154" name="Google Shape;154;p17"/>
          <p:cNvPicPr preferRelativeResize="0"/>
          <p:nvPr/>
        </p:nvPicPr>
        <p:blipFill rotWithShape="1">
          <a:blip r:embed="rId3">
            <a:alphaModFix/>
          </a:blip>
          <a:srcRect b="0" l="0" r="0" t="0"/>
          <a:stretch/>
        </p:blipFill>
        <p:spPr>
          <a:xfrm>
            <a:off x="8201112" y="2321719"/>
            <a:ext cx="64295" cy="64293"/>
          </a:xfrm>
          <a:prstGeom prst="rect">
            <a:avLst/>
          </a:prstGeom>
          <a:noFill/>
          <a:ln>
            <a:noFill/>
          </a:ln>
        </p:spPr>
      </p:pic>
      <p:pic>
        <p:nvPicPr>
          <p:cNvPr descr="object 37" id="155" name="Google Shape;155;p17"/>
          <p:cNvPicPr preferRelativeResize="0"/>
          <p:nvPr/>
        </p:nvPicPr>
        <p:blipFill rotWithShape="1">
          <a:blip r:embed="rId3">
            <a:alphaModFix/>
          </a:blip>
          <a:srcRect b="0" l="0" r="0" t="0"/>
          <a:stretch/>
        </p:blipFill>
        <p:spPr>
          <a:xfrm>
            <a:off x="8143962" y="2436019"/>
            <a:ext cx="64295" cy="64293"/>
          </a:xfrm>
          <a:prstGeom prst="rect">
            <a:avLst/>
          </a:prstGeom>
          <a:noFill/>
          <a:ln>
            <a:noFill/>
          </a:ln>
        </p:spPr>
      </p:pic>
      <p:pic>
        <p:nvPicPr>
          <p:cNvPr descr="object 38" id="156" name="Google Shape;156;p17"/>
          <p:cNvPicPr preferRelativeResize="0"/>
          <p:nvPr/>
        </p:nvPicPr>
        <p:blipFill rotWithShape="1">
          <a:blip r:embed="rId3">
            <a:alphaModFix/>
          </a:blip>
          <a:srcRect b="0" l="0" r="0" t="0"/>
          <a:stretch/>
        </p:blipFill>
        <p:spPr>
          <a:xfrm>
            <a:off x="8079668" y="2321719"/>
            <a:ext cx="64295" cy="64293"/>
          </a:xfrm>
          <a:prstGeom prst="rect">
            <a:avLst/>
          </a:prstGeom>
          <a:noFill/>
          <a:ln>
            <a:noFill/>
          </a:ln>
        </p:spPr>
      </p:pic>
      <p:pic>
        <p:nvPicPr>
          <p:cNvPr id="157" name="Google Shape;157;p17"/>
          <p:cNvPicPr preferRelativeResize="0"/>
          <p:nvPr/>
        </p:nvPicPr>
        <p:blipFill>
          <a:blip r:embed="rId4">
            <a:alphaModFix/>
          </a:blip>
          <a:stretch>
            <a:fillRect/>
          </a:stretch>
        </p:blipFill>
        <p:spPr>
          <a:xfrm>
            <a:off x="1285850" y="1726138"/>
            <a:ext cx="1146300" cy="833314"/>
          </a:xfrm>
          <a:prstGeom prst="rect">
            <a:avLst/>
          </a:prstGeom>
          <a:noFill/>
          <a:ln>
            <a:noFill/>
          </a:ln>
        </p:spPr>
      </p:pic>
      <p:pic>
        <p:nvPicPr>
          <p:cNvPr id="158" name="Google Shape;158;p17"/>
          <p:cNvPicPr preferRelativeResize="0"/>
          <p:nvPr/>
        </p:nvPicPr>
        <p:blipFill>
          <a:blip r:embed="rId5">
            <a:alphaModFix/>
          </a:blip>
          <a:stretch>
            <a:fillRect/>
          </a:stretch>
        </p:blipFill>
        <p:spPr>
          <a:xfrm>
            <a:off x="4881286" y="1620548"/>
            <a:ext cx="1221100" cy="1044519"/>
          </a:xfrm>
          <a:prstGeom prst="rect">
            <a:avLst/>
          </a:prstGeom>
          <a:noFill/>
          <a:ln>
            <a:noFill/>
          </a:ln>
        </p:spPr>
      </p:pic>
      <p:pic>
        <p:nvPicPr>
          <p:cNvPr id="159" name="Google Shape;159;p17"/>
          <p:cNvPicPr preferRelativeResize="0"/>
          <p:nvPr/>
        </p:nvPicPr>
        <p:blipFill>
          <a:blip r:embed="rId6">
            <a:alphaModFix/>
          </a:blip>
          <a:stretch>
            <a:fillRect/>
          </a:stretch>
        </p:blipFill>
        <p:spPr>
          <a:xfrm>
            <a:off x="4988861" y="2970975"/>
            <a:ext cx="1280766" cy="1044525"/>
          </a:xfrm>
          <a:prstGeom prst="rect">
            <a:avLst/>
          </a:prstGeom>
          <a:noFill/>
          <a:ln>
            <a:noFill/>
          </a:ln>
        </p:spPr>
      </p:pic>
      <p:pic>
        <p:nvPicPr>
          <p:cNvPr id="160" name="Google Shape;160;p17"/>
          <p:cNvPicPr preferRelativeResize="0"/>
          <p:nvPr/>
        </p:nvPicPr>
        <p:blipFill>
          <a:blip r:embed="rId7">
            <a:alphaModFix/>
          </a:blip>
          <a:stretch>
            <a:fillRect/>
          </a:stretch>
        </p:blipFill>
        <p:spPr>
          <a:xfrm>
            <a:off x="1506200" y="3023775"/>
            <a:ext cx="851251" cy="814615"/>
          </a:xfrm>
          <a:prstGeom prst="rect">
            <a:avLst/>
          </a:prstGeom>
          <a:noFill/>
          <a:ln>
            <a:noFill/>
          </a:ln>
        </p:spPr>
      </p:pic>
      <p:sp>
        <p:nvSpPr>
          <p:cNvPr id="161" name="Google Shape;161;p17"/>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18"/>
          <p:cNvGrpSpPr/>
          <p:nvPr/>
        </p:nvGrpSpPr>
        <p:grpSpPr>
          <a:xfrm>
            <a:off x="0" y="0"/>
            <a:ext cx="1674113" cy="1407257"/>
            <a:chOff x="-1" y="-1"/>
            <a:chExt cx="2539998" cy="2387610"/>
          </a:xfrm>
        </p:grpSpPr>
        <p:sp>
          <p:nvSpPr>
            <p:cNvPr id="167" name="Google Shape;167;p18"/>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68" name="Google Shape;168;p18"/>
            <p:cNvGrpSpPr/>
            <p:nvPr/>
          </p:nvGrpSpPr>
          <p:grpSpPr>
            <a:xfrm>
              <a:off x="180250" y="237004"/>
              <a:ext cx="2215000" cy="1884429"/>
              <a:chOff x="0" y="-1"/>
              <a:chExt cx="2215000" cy="1884429"/>
            </a:xfrm>
          </p:grpSpPr>
          <p:sp>
            <p:nvSpPr>
              <p:cNvPr id="169" name="Google Shape;169;p18"/>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70" name="Google Shape;170;p18"/>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71" name="Google Shape;171;p18"/>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172" name="Google Shape;172;p18"/>
          <p:cNvSpPr/>
          <p:nvPr/>
        </p:nvSpPr>
        <p:spPr>
          <a:xfrm>
            <a:off x="267888" y="2943903"/>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73" name="Google Shape;173;p18"/>
          <p:cNvSpPr/>
          <p:nvPr/>
        </p:nvSpPr>
        <p:spPr>
          <a:xfrm>
            <a:off x="126361" y="3651910"/>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28" id="174" name="Google Shape;174;p18"/>
          <p:cNvPicPr preferRelativeResize="0"/>
          <p:nvPr/>
        </p:nvPicPr>
        <p:blipFill rotWithShape="1">
          <a:blip r:embed="rId3">
            <a:alphaModFix/>
          </a:blip>
          <a:srcRect b="0" l="0" r="0" t="0"/>
          <a:stretch/>
        </p:blipFill>
        <p:spPr>
          <a:xfrm>
            <a:off x="2139510" y="675084"/>
            <a:ext cx="64294" cy="64293"/>
          </a:xfrm>
          <a:prstGeom prst="rect">
            <a:avLst/>
          </a:prstGeom>
          <a:noFill/>
          <a:ln>
            <a:noFill/>
          </a:ln>
        </p:spPr>
      </p:pic>
      <p:pic>
        <p:nvPicPr>
          <p:cNvPr descr="object 29" id="175" name="Google Shape;175;p18"/>
          <p:cNvPicPr preferRelativeResize="0"/>
          <p:nvPr/>
        </p:nvPicPr>
        <p:blipFill rotWithShape="1">
          <a:blip r:embed="rId3">
            <a:alphaModFix/>
          </a:blip>
          <a:srcRect b="0" l="0" r="0" t="0"/>
          <a:stretch/>
        </p:blipFill>
        <p:spPr>
          <a:xfrm>
            <a:off x="2475267" y="217884"/>
            <a:ext cx="64294" cy="64293"/>
          </a:xfrm>
          <a:prstGeom prst="rect">
            <a:avLst/>
          </a:prstGeom>
          <a:noFill/>
          <a:ln>
            <a:noFill/>
          </a:ln>
        </p:spPr>
      </p:pic>
      <p:pic>
        <p:nvPicPr>
          <p:cNvPr descr="object 30" id="176" name="Google Shape;176;p18"/>
          <p:cNvPicPr preferRelativeResize="0"/>
          <p:nvPr/>
        </p:nvPicPr>
        <p:blipFill rotWithShape="1">
          <a:blip r:embed="rId3">
            <a:alphaModFix/>
          </a:blip>
          <a:srcRect b="0" l="0" r="0" t="0"/>
          <a:stretch/>
        </p:blipFill>
        <p:spPr>
          <a:xfrm>
            <a:off x="3053910" y="317897"/>
            <a:ext cx="64294" cy="64293"/>
          </a:xfrm>
          <a:prstGeom prst="rect">
            <a:avLst/>
          </a:prstGeom>
          <a:noFill/>
          <a:ln>
            <a:noFill/>
          </a:ln>
        </p:spPr>
      </p:pic>
      <p:sp>
        <p:nvSpPr>
          <p:cNvPr id="177" name="Google Shape;177;p18"/>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78" name="Google Shape;178;p18"/>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39" id="179" name="Google Shape;179;p18"/>
          <p:cNvPicPr preferRelativeResize="0"/>
          <p:nvPr/>
        </p:nvPicPr>
        <p:blipFill rotWithShape="1">
          <a:blip r:embed="rId3">
            <a:alphaModFix/>
          </a:blip>
          <a:srcRect b="0" l="0" r="0" t="0"/>
          <a:stretch/>
        </p:blipFill>
        <p:spPr>
          <a:xfrm>
            <a:off x="6822368" y="4329113"/>
            <a:ext cx="64295" cy="64293"/>
          </a:xfrm>
          <a:prstGeom prst="rect">
            <a:avLst/>
          </a:prstGeom>
          <a:noFill/>
          <a:ln>
            <a:noFill/>
          </a:ln>
        </p:spPr>
      </p:pic>
      <p:pic>
        <p:nvPicPr>
          <p:cNvPr descr="object 40" id="180" name="Google Shape;180;p18"/>
          <p:cNvPicPr preferRelativeResize="0"/>
          <p:nvPr/>
        </p:nvPicPr>
        <p:blipFill rotWithShape="1">
          <a:blip r:embed="rId3">
            <a:alphaModFix/>
          </a:blip>
          <a:srcRect b="0" l="0" r="0" t="0"/>
          <a:stretch/>
        </p:blipFill>
        <p:spPr>
          <a:xfrm>
            <a:off x="6486612" y="4786313"/>
            <a:ext cx="64295" cy="64293"/>
          </a:xfrm>
          <a:prstGeom prst="rect">
            <a:avLst/>
          </a:prstGeom>
          <a:noFill/>
          <a:ln>
            <a:noFill/>
          </a:ln>
        </p:spPr>
      </p:pic>
      <p:pic>
        <p:nvPicPr>
          <p:cNvPr descr="object 41" id="181" name="Google Shape;181;p18"/>
          <p:cNvPicPr preferRelativeResize="0"/>
          <p:nvPr/>
        </p:nvPicPr>
        <p:blipFill rotWithShape="1">
          <a:blip r:embed="rId3">
            <a:alphaModFix/>
          </a:blip>
          <a:srcRect b="0" l="0" r="0" t="0"/>
          <a:stretch/>
        </p:blipFill>
        <p:spPr>
          <a:xfrm>
            <a:off x="5907968" y="4686300"/>
            <a:ext cx="64295" cy="64293"/>
          </a:xfrm>
          <a:prstGeom prst="rect">
            <a:avLst/>
          </a:prstGeom>
          <a:noFill/>
          <a:ln>
            <a:noFill/>
          </a:ln>
        </p:spPr>
      </p:pic>
      <p:sp>
        <p:nvSpPr>
          <p:cNvPr id="182" name="Google Shape;182;p18"/>
          <p:cNvSpPr/>
          <p:nvPr/>
        </p:nvSpPr>
        <p:spPr>
          <a:xfrm>
            <a:off x="8236831"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83" name="Google Shape;183;p18"/>
          <p:cNvSpPr txBox="1"/>
          <p:nvPr/>
        </p:nvSpPr>
        <p:spPr>
          <a:xfrm>
            <a:off x="2862913" y="66598"/>
            <a:ext cx="3627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i="0" lang="en-GB" sz="2500" u="none" cap="none" strike="noStrike">
                <a:solidFill>
                  <a:srgbClr val="0066FF"/>
                </a:solidFill>
                <a:latin typeface="Poppins"/>
                <a:ea typeface="Poppins"/>
                <a:cs typeface="Poppins"/>
                <a:sym typeface="Poppins"/>
              </a:rPr>
              <a:t>Class Structure</a:t>
            </a:r>
            <a:endParaRPr b="0" i="0" sz="2500" u="none" cap="none" strike="noStrike">
              <a:solidFill>
                <a:srgbClr val="000000"/>
              </a:solidFill>
              <a:latin typeface="Arial"/>
              <a:ea typeface="Arial"/>
              <a:cs typeface="Arial"/>
              <a:sym typeface="Arial"/>
            </a:endParaRPr>
          </a:p>
        </p:txBody>
      </p:sp>
      <p:sp>
        <p:nvSpPr>
          <p:cNvPr id="184" name="Google Shape;184;p18"/>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36" id="185" name="Google Shape;185;p18"/>
          <p:cNvPicPr preferRelativeResize="0"/>
          <p:nvPr/>
        </p:nvPicPr>
        <p:blipFill rotWithShape="1">
          <a:blip r:embed="rId3">
            <a:alphaModFix/>
          </a:blip>
          <a:srcRect b="0" l="0" r="0" t="0"/>
          <a:stretch/>
        </p:blipFill>
        <p:spPr>
          <a:xfrm>
            <a:off x="8201112" y="2321719"/>
            <a:ext cx="64295" cy="64293"/>
          </a:xfrm>
          <a:prstGeom prst="rect">
            <a:avLst/>
          </a:prstGeom>
          <a:noFill/>
          <a:ln>
            <a:noFill/>
          </a:ln>
        </p:spPr>
      </p:pic>
      <p:pic>
        <p:nvPicPr>
          <p:cNvPr descr="object 37" id="186" name="Google Shape;186;p18"/>
          <p:cNvPicPr preferRelativeResize="0"/>
          <p:nvPr/>
        </p:nvPicPr>
        <p:blipFill rotWithShape="1">
          <a:blip r:embed="rId3">
            <a:alphaModFix/>
          </a:blip>
          <a:srcRect b="0" l="0" r="0" t="0"/>
          <a:stretch/>
        </p:blipFill>
        <p:spPr>
          <a:xfrm>
            <a:off x="8143962" y="2436019"/>
            <a:ext cx="64295" cy="64293"/>
          </a:xfrm>
          <a:prstGeom prst="rect">
            <a:avLst/>
          </a:prstGeom>
          <a:noFill/>
          <a:ln>
            <a:noFill/>
          </a:ln>
        </p:spPr>
      </p:pic>
      <p:pic>
        <p:nvPicPr>
          <p:cNvPr descr="object 38" id="187" name="Google Shape;187;p18"/>
          <p:cNvPicPr preferRelativeResize="0"/>
          <p:nvPr/>
        </p:nvPicPr>
        <p:blipFill rotWithShape="1">
          <a:blip r:embed="rId3">
            <a:alphaModFix/>
          </a:blip>
          <a:srcRect b="0" l="0" r="0" t="0"/>
          <a:stretch/>
        </p:blipFill>
        <p:spPr>
          <a:xfrm>
            <a:off x="8079668" y="2321719"/>
            <a:ext cx="64295" cy="64293"/>
          </a:xfrm>
          <a:prstGeom prst="rect">
            <a:avLst/>
          </a:prstGeom>
          <a:noFill/>
          <a:ln>
            <a:noFill/>
          </a:ln>
        </p:spPr>
      </p:pic>
      <p:sp>
        <p:nvSpPr>
          <p:cNvPr id="188" name="Google Shape;188;p18"/>
          <p:cNvSpPr/>
          <p:nvPr/>
        </p:nvSpPr>
        <p:spPr>
          <a:xfrm>
            <a:off x="7736768"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89" name="Google Shape;189;p18"/>
          <p:cNvGrpSpPr/>
          <p:nvPr/>
        </p:nvGrpSpPr>
        <p:grpSpPr>
          <a:xfrm>
            <a:off x="-2" y="3817195"/>
            <a:ext cx="3575563" cy="1326294"/>
            <a:chOff x="-1" y="-1"/>
            <a:chExt cx="6356556" cy="2357856"/>
          </a:xfrm>
        </p:grpSpPr>
        <p:sp>
          <p:nvSpPr>
            <p:cNvPr id="190" name="Google Shape;190;p18"/>
            <p:cNvSpPr/>
            <p:nvPr/>
          </p:nvSpPr>
          <p:spPr>
            <a:xfrm>
              <a:off x="-1" y="-1"/>
              <a:ext cx="6356556" cy="2357856"/>
            </a:xfrm>
            <a:custGeom>
              <a:rect b="b" l="l" r="r" t="t"/>
              <a:pathLst>
                <a:path extrusionOk="0" h="21600" w="21600">
                  <a:moveTo>
                    <a:pt x="21600" y="21600"/>
                  </a:moveTo>
                  <a:lnTo>
                    <a:pt x="0" y="21600"/>
                  </a:lnTo>
                  <a:lnTo>
                    <a:pt x="0" y="0"/>
                  </a:lnTo>
                  <a:lnTo>
                    <a:pt x="388" y="117"/>
                  </a:lnTo>
                  <a:lnTo>
                    <a:pt x="686" y="219"/>
                  </a:lnTo>
                  <a:lnTo>
                    <a:pt x="986" y="334"/>
                  </a:lnTo>
                  <a:lnTo>
                    <a:pt x="1287" y="465"/>
                  </a:lnTo>
                  <a:lnTo>
                    <a:pt x="1439" y="537"/>
                  </a:lnTo>
                  <a:lnTo>
                    <a:pt x="1591" y="614"/>
                  </a:lnTo>
                  <a:lnTo>
                    <a:pt x="1744" y="696"/>
                  </a:lnTo>
                  <a:lnTo>
                    <a:pt x="1898" y="784"/>
                  </a:lnTo>
                  <a:lnTo>
                    <a:pt x="2053" y="877"/>
                  </a:lnTo>
                  <a:lnTo>
                    <a:pt x="2208" y="976"/>
                  </a:lnTo>
                  <a:lnTo>
                    <a:pt x="2365" y="1081"/>
                  </a:lnTo>
                  <a:lnTo>
                    <a:pt x="2522" y="1193"/>
                  </a:lnTo>
                  <a:lnTo>
                    <a:pt x="2680" y="1311"/>
                  </a:lnTo>
                  <a:lnTo>
                    <a:pt x="2840" y="1437"/>
                  </a:lnTo>
                  <a:lnTo>
                    <a:pt x="3000" y="1570"/>
                  </a:lnTo>
                  <a:lnTo>
                    <a:pt x="3162" y="1711"/>
                  </a:lnTo>
                  <a:lnTo>
                    <a:pt x="3325" y="1860"/>
                  </a:lnTo>
                  <a:lnTo>
                    <a:pt x="3489" y="2017"/>
                  </a:lnTo>
                  <a:lnTo>
                    <a:pt x="3655" y="2182"/>
                  </a:lnTo>
                  <a:lnTo>
                    <a:pt x="3822" y="2357"/>
                  </a:lnTo>
                  <a:lnTo>
                    <a:pt x="3991" y="2540"/>
                  </a:lnTo>
                  <a:lnTo>
                    <a:pt x="4161" y="2733"/>
                  </a:lnTo>
                  <a:lnTo>
                    <a:pt x="4333" y="2936"/>
                  </a:lnTo>
                  <a:lnTo>
                    <a:pt x="4506" y="3148"/>
                  </a:lnTo>
                  <a:lnTo>
                    <a:pt x="4681" y="3371"/>
                  </a:lnTo>
                  <a:lnTo>
                    <a:pt x="4858" y="3605"/>
                  </a:lnTo>
                  <a:lnTo>
                    <a:pt x="5036" y="3849"/>
                  </a:lnTo>
                  <a:lnTo>
                    <a:pt x="5216" y="4105"/>
                  </a:lnTo>
                  <a:lnTo>
                    <a:pt x="5399" y="4372"/>
                  </a:lnTo>
                  <a:lnTo>
                    <a:pt x="5583" y="4650"/>
                  </a:lnTo>
                  <a:lnTo>
                    <a:pt x="5769" y="4941"/>
                  </a:lnTo>
                  <a:lnTo>
                    <a:pt x="5958" y="5244"/>
                  </a:lnTo>
                  <a:lnTo>
                    <a:pt x="6148" y="5559"/>
                  </a:lnTo>
                  <a:lnTo>
                    <a:pt x="6346" y="5915"/>
                  </a:lnTo>
                  <a:lnTo>
                    <a:pt x="6530" y="6289"/>
                  </a:lnTo>
                  <a:lnTo>
                    <a:pt x="6700" y="6679"/>
                  </a:lnTo>
                  <a:lnTo>
                    <a:pt x="6857" y="7084"/>
                  </a:lnTo>
                  <a:lnTo>
                    <a:pt x="7004" y="7502"/>
                  </a:lnTo>
                  <a:lnTo>
                    <a:pt x="7140" y="7931"/>
                  </a:lnTo>
                  <a:lnTo>
                    <a:pt x="7267" y="8370"/>
                  </a:lnTo>
                  <a:lnTo>
                    <a:pt x="7386" y="8816"/>
                  </a:lnTo>
                  <a:lnTo>
                    <a:pt x="7499" y="9269"/>
                  </a:lnTo>
                  <a:lnTo>
                    <a:pt x="7606" y="9727"/>
                  </a:lnTo>
                  <a:lnTo>
                    <a:pt x="7709" y="10187"/>
                  </a:lnTo>
                  <a:lnTo>
                    <a:pt x="7808" y="10648"/>
                  </a:lnTo>
                  <a:lnTo>
                    <a:pt x="8002" y="11568"/>
                  </a:lnTo>
                  <a:lnTo>
                    <a:pt x="8050" y="11796"/>
                  </a:lnTo>
                  <a:lnTo>
                    <a:pt x="8147" y="12248"/>
                  </a:lnTo>
                  <a:lnTo>
                    <a:pt x="8246" y="12694"/>
                  </a:lnTo>
                  <a:lnTo>
                    <a:pt x="8347" y="13131"/>
                  </a:lnTo>
                  <a:lnTo>
                    <a:pt x="8453" y="13559"/>
                  </a:lnTo>
                  <a:lnTo>
                    <a:pt x="8565" y="13975"/>
                  </a:lnTo>
                  <a:lnTo>
                    <a:pt x="8682" y="14378"/>
                  </a:lnTo>
                  <a:lnTo>
                    <a:pt x="8807" y="14767"/>
                  </a:lnTo>
                  <a:lnTo>
                    <a:pt x="8941" y="15138"/>
                  </a:lnTo>
                  <a:lnTo>
                    <a:pt x="9085" y="15491"/>
                  </a:lnTo>
                  <a:lnTo>
                    <a:pt x="9239" y="15825"/>
                  </a:lnTo>
                  <a:lnTo>
                    <a:pt x="9406" y="16136"/>
                  </a:lnTo>
                  <a:lnTo>
                    <a:pt x="9586" y="16424"/>
                  </a:lnTo>
                  <a:lnTo>
                    <a:pt x="9780" y="16687"/>
                  </a:lnTo>
                  <a:lnTo>
                    <a:pt x="9990" y="16924"/>
                  </a:lnTo>
                  <a:lnTo>
                    <a:pt x="10217" y="17132"/>
                  </a:lnTo>
                  <a:lnTo>
                    <a:pt x="10461" y="17310"/>
                  </a:lnTo>
                  <a:lnTo>
                    <a:pt x="10590" y="17387"/>
                  </a:lnTo>
                  <a:lnTo>
                    <a:pt x="10724" y="17456"/>
                  </a:lnTo>
                  <a:lnTo>
                    <a:pt x="10864" y="17516"/>
                  </a:lnTo>
                  <a:lnTo>
                    <a:pt x="11008" y="17568"/>
                  </a:lnTo>
                  <a:lnTo>
                    <a:pt x="11157" y="17611"/>
                  </a:lnTo>
                  <a:lnTo>
                    <a:pt x="11312" y="17645"/>
                  </a:lnTo>
                  <a:lnTo>
                    <a:pt x="11473" y="17670"/>
                  </a:lnTo>
                  <a:lnTo>
                    <a:pt x="11639" y="17686"/>
                  </a:lnTo>
                  <a:lnTo>
                    <a:pt x="11812" y="17692"/>
                  </a:lnTo>
                  <a:lnTo>
                    <a:pt x="11990" y="17688"/>
                  </a:lnTo>
                  <a:lnTo>
                    <a:pt x="12174" y="17673"/>
                  </a:lnTo>
                  <a:lnTo>
                    <a:pt x="17056" y="16986"/>
                  </a:lnTo>
                  <a:lnTo>
                    <a:pt x="17918" y="16936"/>
                  </a:lnTo>
                  <a:lnTo>
                    <a:pt x="20474" y="19228"/>
                  </a:lnTo>
                  <a:lnTo>
                    <a:pt x="21600" y="21600"/>
                  </a:lnTo>
                  <a:close/>
                </a:path>
              </a:pathLst>
            </a:custGeom>
            <a:solidFill>
              <a:srgbClr val="445EF5">
                <a:alpha val="18430"/>
              </a:srgbClr>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91" name="Google Shape;191;p18"/>
            <p:cNvSpPr/>
            <p:nvPr/>
          </p:nvSpPr>
          <p:spPr>
            <a:xfrm>
              <a:off x="2628899" y="236970"/>
              <a:ext cx="368280" cy="368280"/>
            </a:xfrm>
            <a:custGeom>
              <a:rect b="b" l="l" r="r" t="t"/>
              <a:pathLst>
                <a:path extrusionOk="0" h="21600" w="21600">
                  <a:moveTo>
                    <a:pt x="21600" y="10800"/>
                  </a:moveTo>
                  <a:lnTo>
                    <a:pt x="21276" y="8175"/>
                  </a:lnTo>
                  <a:lnTo>
                    <a:pt x="20325" y="5709"/>
                  </a:lnTo>
                  <a:lnTo>
                    <a:pt x="18802" y="3548"/>
                  </a:lnTo>
                  <a:lnTo>
                    <a:pt x="16800" y="1820"/>
                  </a:lnTo>
                  <a:lnTo>
                    <a:pt x="14438" y="632"/>
                  </a:lnTo>
                  <a:lnTo>
                    <a:pt x="11858" y="52"/>
                  </a:lnTo>
                  <a:lnTo>
                    <a:pt x="10800" y="0"/>
                  </a:lnTo>
                  <a:lnTo>
                    <a:pt x="10269" y="13"/>
                  </a:lnTo>
                  <a:lnTo>
                    <a:pt x="7664" y="465"/>
                  </a:lnTo>
                  <a:lnTo>
                    <a:pt x="5248" y="1537"/>
                  </a:lnTo>
                  <a:lnTo>
                    <a:pt x="3163" y="3163"/>
                  </a:lnTo>
                  <a:lnTo>
                    <a:pt x="1536" y="5249"/>
                  </a:lnTo>
                  <a:lnTo>
                    <a:pt x="465" y="7665"/>
                  </a:lnTo>
                  <a:lnTo>
                    <a:pt x="13" y="10270"/>
                  </a:lnTo>
                  <a:lnTo>
                    <a:pt x="0" y="10800"/>
                  </a:lnTo>
                  <a:lnTo>
                    <a:pt x="13" y="11331"/>
                  </a:lnTo>
                  <a:lnTo>
                    <a:pt x="465" y="13936"/>
                  </a:lnTo>
                  <a:lnTo>
                    <a:pt x="1536" y="16352"/>
                  </a:lnTo>
                  <a:lnTo>
                    <a:pt x="3163" y="18437"/>
                  </a:lnTo>
                  <a:lnTo>
                    <a:pt x="5248" y="20064"/>
                  </a:lnTo>
                  <a:lnTo>
                    <a:pt x="7664" y="21135"/>
                  </a:lnTo>
                  <a:lnTo>
                    <a:pt x="10269" y="21587"/>
                  </a:lnTo>
                  <a:lnTo>
                    <a:pt x="10800" y="21600"/>
                  </a:lnTo>
                  <a:lnTo>
                    <a:pt x="11330" y="21587"/>
                  </a:lnTo>
                  <a:lnTo>
                    <a:pt x="13935" y="21135"/>
                  </a:lnTo>
                  <a:lnTo>
                    <a:pt x="16351" y="20064"/>
                  </a:lnTo>
                  <a:lnTo>
                    <a:pt x="18437" y="18437"/>
                  </a:lnTo>
                  <a:lnTo>
                    <a:pt x="20063" y="16352"/>
                  </a:lnTo>
                  <a:lnTo>
                    <a:pt x="21134" y="13936"/>
                  </a:lnTo>
                  <a:lnTo>
                    <a:pt x="21587" y="11331"/>
                  </a:lnTo>
                  <a:lnTo>
                    <a:pt x="21600" y="108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nvGrpSpPr>
          <p:cNvPr id="192" name="Google Shape;192;p18"/>
          <p:cNvGrpSpPr/>
          <p:nvPr/>
        </p:nvGrpSpPr>
        <p:grpSpPr>
          <a:xfrm>
            <a:off x="7469873" y="3817364"/>
            <a:ext cx="1674074" cy="1326259"/>
            <a:chOff x="-2" y="-1"/>
            <a:chExt cx="2837895" cy="2438424"/>
          </a:xfrm>
        </p:grpSpPr>
        <p:sp>
          <p:nvSpPr>
            <p:cNvPr id="193" name="Google Shape;193;p18"/>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94" name="Google Shape;194;p18"/>
            <p:cNvGrpSpPr/>
            <p:nvPr/>
          </p:nvGrpSpPr>
          <p:grpSpPr>
            <a:xfrm>
              <a:off x="-2" y="183652"/>
              <a:ext cx="2448159" cy="1884384"/>
              <a:chOff x="-1" y="-1"/>
              <a:chExt cx="2448159" cy="1884384"/>
            </a:xfrm>
          </p:grpSpPr>
          <p:sp>
            <p:nvSpPr>
              <p:cNvPr id="195" name="Google Shape;195;p18"/>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96" name="Google Shape;196;p18"/>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97" name="Google Shape;197;p18"/>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aphicFrame>
        <p:nvGraphicFramePr>
          <p:cNvPr id="198" name="Google Shape;198;p18"/>
          <p:cNvGraphicFramePr/>
          <p:nvPr/>
        </p:nvGraphicFramePr>
        <p:xfrm>
          <a:off x="2246588" y="741334"/>
          <a:ext cx="3000000" cy="3000000"/>
        </p:xfrm>
        <a:graphic>
          <a:graphicData uri="http://schemas.openxmlformats.org/drawingml/2006/table">
            <a:tbl>
              <a:tblPr>
                <a:noFill/>
                <a:tableStyleId>{FB895719-E392-4C96-8C42-C6F50CAD53E5}</a:tableStyleId>
              </a:tblPr>
              <a:tblGrid>
                <a:gridCol w="1688975"/>
                <a:gridCol w="1463100"/>
                <a:gridCol w="1765650"/>
              </a:tblGrid>
              <a:tr h="322100">
                <a:tc>
                  <a:txBody>
                    <a:bodyPr/>
                    <a:lstStyle/>
                    <a:p>
                      <a:pPr indent="0" lvl="0" marL="0" marR="0" rtl="0" algn="ctr">
                        <a:lnSpc>
                          <a:spcPct val="100000"/>
                        </a:lnSpc>
                        <a:spcBef>
                          <a:spcPts val="0"/>
                        </a:spcBef>
                        <a:spcAft>
                          <a:spcPts val="0"/>
                        </a:spcAft>
                        <a:buClr>
                          <a:srgbClr val="000000"/>
                        </a:buClr>
                        <a:buSzPts val="1700"/>
                        <a:buFont typeface="Arial"/>
                        <a:buNone/>
                      </a:pPr>
                      <a:r>
                        <a:rPr b="1" lang="en-GB" sz="1000" u="none" cap="none" strike="noStrike">
                          <a:solidFill>
                            <a:schemeClr val="dk1"/>
                          </a:solidFill>
                          <a:latin typeface="Poppins"/>
                          <a:ea typeface="Poppins"/>
                          <a:cs typeface="Poppins"/>
                          <a:sym typeface="Poppins"/>
                        </a:rPr>
                        <a:t>Topic</a:t>
                      </a:r>
                      <a:endParaRPr b="1" sz="10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38100">
                      <a:solidFill>
                        <a:srgbClr val="FFAF18"/>
                      </a:solidFill>
                      <a:prstDash val="solid"/>
                      <a:round/>
                      <a:headEnd len="sm" w="sm" type="none"/>
                      <a:tailEnd len="sm" w="sm" type="none"/>
                    </a:lnB>
                    <a:solidFill>
                      <a:srgbClr val="FFF2CC"/>
                    </a:solidFill>
                  </a:tcPr>
                </a:tc>
                <a:tc>
                  <a:txBody>
                    <a:bodyPr/>
                    <a:lstStyle/>
                    <a:p>
                      <a:pPr indent="0" lvl="0" marL="0" marR="0" rtl="0" algn="ctr">
                        <a:lnSpc>
                          <a:spcPct val="100000"/>
                        </a:lnSpc>
                        <a:spcBef>
                          <a:spcPts val="0"/>
                        </a:spcBef>
                        <a:spcAft>
                          <a:spcPts val="0"/>
                        </a:spcAft>
                        <a:buClr>
                          <a:srgbClr val="000000"/>
                        </a:buClr>
                        <a:buSzPts val="1700"/>
                        <a:buFont typeface="Arial"/>
                        <a:buNone/>
                      </a:pPr>
                      <a:r>
                        <a:rPr b="1" lang="en-GB" sz="1000" u="none" cap="none" strike="noStrike">
                          <a:latin typeface="Poppins"/>
                          <a:ea typeface="Poppins"/>
                          <a:cs typeface="Poppins"/>
                          <a:sym typeface="Poppins"/>
                        </a:rPr>
                        <a:t>Time </a:t>
                      </a:r>
                      <a:endParaRPr b="1" sz="10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rgbClr val="FFF2CC"/>
                    </a:solidFill>
                  </a:tcPr>
                </a:tc>
                <a:tc>
                  <a:txBody>
                    <a:bodyPr/>
                    <a:lstStyle/>
                    <a:p>
                      <a:pPr indent="0" lvl="0" marL="254000" marR="0" rtl="0" algn="ctr">
                        <a:lnSpc>
                          <a:spcPct val="100000"/>
                        </a:lnSpc>
                        <a:spcBef>
                          <a:spcPts val="0"/>
                        </a:spcBef>
                        <a:spcAft>
                          <a:spcPts val="0"/>
                        </a:spcAft>
                        <a:buClr>
                          <a:srgbClr val="000000"/>
                        </a:buClr>
                        <a:buSzPts val="1700"/>
                        <a:buFont typeface="Arial"/>
                        <a:buNone/>
                      </a:pPr>
                      <a:r>
                        <a:rPr b="1" lang="en-GB" sz="1000" u="none" cap="none" strike="noStrike">
                          <a:latin typeface="Poppins"/>
                          <a:ea typeface="Poppins"/>
                          <a:cs typeface="Poppins"/>
                          <a:sym typeface="Poppins"/>
                        </a:rPr>
                        <a:t>Slide Number</a:t>
                      </a:r>
                      <a:endParaRPr b="1" sz="10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rgbClr val="FFF2CC"/>
                    </a:solidFill>
                  </a:tcPr>
                </a:tc>
              </a:tr>
              <a:tr h="314525">
                <a:tc>
                  <a:txBody>
                    <a:bodyPr/>
                    <a:lstStyle/>
                    <a:p>
                      <a:pPr indent="0" lvl="0" marL="0" marR="0" rtl="0" algn="ctr">
                        <a:lnSpc>
                          <a:spcPct val="100000"/>
                        </a:lnSpc>
                        <a:spcBef>
                          <a:spcPts val="0"/>
                        </a:spcBef>
                        <a:spcAft>
                          <a:spcPts val="0"/>
                        </a:spcAft>
                        <a:buClr>
                          <a:srgbClr val="000000"/>
                        </a:buClr>
                        <a:buSzPts val="1700"/>
                        <a:buFont typeface="Arial"/>
                        <a:buNone/>
                      </a:pPr>
                      <a:r>
                        <a:rPr lang="en-GB" sz="1000" u="none" cap="none" strike="noStrike">
                          <a:solidFill>
                            <a:schemeClr val="dk1"/>
                          </a:solidFill>
                          <a:latin typeface="Poppins"/>
                          <a:ea typeface="Poppins"/>
                          <a:cs typeface="Poppins"/>
                          <a:sym typeface="Poppins"/>
                        </a:rPr>
                        <a:t>Warm</a:t>
                      </a:r>
                      <a:r>
                        <a:rPr lang="en-GB" sz="1000">
                          <a:solidFill>
                            <a:schemeClr val="dk1"/>
                          </a:solidFill>
                          <a:latin typeface="Poppins"/>
                          <a:ea typeface="Poppins"/>
                          <a:cs typeface="Poppins"/>
                          <a:sym typeface="Poppins"/>
                        </a:rPr>
                        <a:t>-</a:t>
                      </a:r>
                      <a:r>
                        <a:rPr lang="en-GB" sz="1000" u="none" cap="none" strike="noStrike">
                          <a:solidFill>
                            <a:schemeClr val="dk1"/>
                          </a:solidFill>
                          <a:latin typeface="Poppins"/>
                          <a:ea typeface="Poppins"/>
                          <a:cs typeface="Poppins"/>
                          <a:sym typeface="Poppins"/>
                        </a:rPr>
                        <a:t>up</a:t>
                      </a:r>
                      <a:endParaRPr sz="10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38100">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z="1000" u="none" cap="none" strike="noStrike">
                          <a:latin typeface="Poppins"/>
                          <a:ea typeface="Poppins"/>
                          <a:cs typeface="Poppins"/>
                          <a:sym typeface="Poppins"/>
                        </a:rPr>
                        <a:t>05 Mins</a:t>
                      </a:r>
                      <a:endParaRPr sz="10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700"/>
                        <a:buFont typeface="Arial"/>
                        <a:buNone/>
                      </a:pPr>
                      <a:r>
                        <a:rPr lang="en-GB" sz="1000" u="sng">
                          <a:solidFill>
                            <a:schemeClr val="hlink"/>
                          </a:solidFill>
                          <a:latin typeface="Poppins"/>
                          <a:ea typeface="Poppins"/>
                          <a:cs typeface="Poppins"/>
                          <a:sym typeface="Poppins"/>
                          <a:hlinkClick action="ppaction://hlinksldjump" r:id="rId4"/>
                        </a:rPr>
                        <a:t>4</a:t>
                      </a:r>
                      <a:endParaRPr sz="10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314525">
                <a:tc>
                  <a:txBody>
                    <a:bodyPr/>
                    <a:lstStyle/>
                    <a:p>
                      <a:pPr indent="0" lvl="0" marL="0" marR="0" rtl="0" algn="ctr">
                        <a:lnSpc>
                          <a:spcPct val="100000"/>
                        </a:lnSpc>
                        <a:spcBef>
                          <a:spcPts val="0"/>
                        </a:spcBef>
                        <a:spcAft>
                          <a:spcPts val="0"/>
                        </a:spcAft>
                        <a:buClr>
                          <a:srgbClr val="000000"/>
                        </a:buClr>
                        <a:buSzPts val="1700"/>
                        <a:buFont typeface="Arial"/>
                        <a:buNone/>
                      </a:pPr>
                      <a:r>
                        <a:rPr lang="en-GB" sz="1000">
                          <a:solidFill>
                            <a:schemeClr val="dk1"/>
                          </a:solidFill>
                          <a:latin typeface="Poppins"/>
                          <a:ea typeface="Poppins"/>
                          <a:cs typeface="Poppins"/>
                          <a:sym typeface="Poppins"/>
                        </a:rPr>
                        <a:t>Assignment</a:t>
                      </a:r>
                      <a:endParaRPr sz="10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z="1000" u="none" cap="none" strike="noStrike">
                          <a:latin typeface="Poppins"/>
                          <a:ea typeface="Poppins"/>
                          <a:cs typeface="Poppins"/>
                          <a:sym typeface="Poppins"/>
                        </a:rPr>
                        <a:t>0</a:t>
                      </a:r>
                      <a:r>
                        <a:rPr lang="en-GB" sz="1000">
                          <a:latin typeface="Poppins"/>
                          <a:ea typeface="Poppins"/>
                          <a:cs typeface="Poppins"/>
                          <a:sym typeface="Poppins"/>
                        </a:rPr>
                        <a:t>0</a:t>
                      </a:r>
                      <a:r>
                        <a:rPr lang="en-GB" sz="1000" u="none" cap="none" strike="noStrike">
                          <a:latin typeface="Poppins"/>
                          <a:ea typeface="Poppins"/>
                          <a:cs typeface="Poppins"/>
                          <a:sym typeface="Poppins"/>
                        </a:rPr>
                        <a:t> Min</a:t>
                      </a:r>
                      <a:endParaRPr sz="10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r:id="rId5"/>
                        </a:rPr>
                        <a:t>Assignment Link</a:t>
                      </a:r>
                      <a:endParaRPr sz="10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314525">
                <a:tc>
                  <a:txBody>
                    <a:bodyPr/>
                    <a:lstStyle/>
                    <a:p>
                      <a:pPr indent="0" lvl="0" marL="0" marR="0" rtl="0" algn="ctr">
                        <a:lnSpc>
                          <a:spcPct val="100000"/>
                        </a:lnSpc>
                        <a:spcBef>
                          <a:spcPts val="0"/>
                        </a:spcBef>
                        <a:spcAft>
                          <a:spcPts val="0"/>
                        </a:spcAft>
                        <a:buClr>
                          <a:srgbClr val="000000"/>
                        </a:buClr>
                        <a:buSzPts val="1700"/>
                        <a:buFont typeface="Arial"/>
                        <a:buNone/>
                      </a:pPr>
                      <a:r>
                        <a:rPr lang="en-GB" sz="1000" u="none" cap="none" strike="noStrike">
                          <a:solidFill>
                            <a:schemeClr val="dk1"/>
                          </a:solidFill>
                          <a:latin typeface="Poppins"/>
                          <a:ea typeface="Poppins"/>
                          <a:cs typeface="Poppins"/>
                          <a:sym typeface="Poppins"/>
                        </a:rPr>
                        <a:t>Teacher’s Activity</a:t>
                      </a:r>
                      <a:endParaRPr sz="10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z="1000" u="none" cap="none" strike="noStrike">
                          <a:solidFill>
                            <a:schemeClr val="dk1"/>
                          </a:solidFill>
                          <a:latin typeface="Poppins"/>
                          <a:ea typeface="Poppins"/>
                          <a:cs typeface="Poppins"/>
                          <a:sym typeface="Poppins"/>
                        </a:rPr>
                        <a:t>05 Mins</a:t>
                      </a:r>
                      <a:endParaRPr sz="10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action="ppaction://hlinksldjump" r:id="rId6"/>
                        </a:rPr>
                        <a:t>7</a:t>
                      </a:r>
                      <a:endParaRPr sz="1000">
                        <a:latin typeface="Poppins"/>
                        <a:ea typeface="Poppins"/>
                        <a:cs typeface="Poppins"/>
                        <a:sym typeface="Poppins"/>
                      </a:endParaRPr>
                    </a:p>
                  </a:txBody>
                  <a:tcPr marT="51425" marB="51425" marR="51425" marL="51425">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314525">
                <a:tc>
                  <a:txBody>
                    <a:bodyPr/>
                    <a:lstStyle/>
                    <a:p>
                      <a:pPr indent="0" lvl="0" marL="0" marR="0" rtl="0" algn="ctr">
                        <a:lnSpc>
                          <a:spcPct val="100000"/>
                        </a:lnSpc>
                        <a:spcBef>
                          <a:spcPts val="0"/>
                        </a:spcBef>
                        <a:spcAft>
                          <a:spcPts val="0"/>
                        </a:spcAft>
                        <a:buClr>
                          <a:srgbClr val="000000"/>
                        </a:buClr>
                        <a:buSzPts val="1400"/>
                        <a:buFont typeface="Arial"/>
                        <a:buNone/>
                      </a:pPr>
                      <a:r>
                        <a:rPr lang="en-GB" sz="1000" u="none" cap="none" strike="noStrike">
                          <a:solidFill>
                            <a:schemeClr val="dk1"/>
                          </a:solidFill>
                          <a:latin typeface="Poppins"/>
                          <a:ea typeface="Poppins"/>
                          <a:cs typeface="Poppins"/>
                          <a:sym typeface="Poppins"/>
                        </a:rPr>
                        <a:t>Student’s Activity</a:t>
                      </a:r>
                      <a:endParaRPr sz="10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a:latin typeface="Poppins"/>
                          <a:ea typeface="Poppins"/>
                          <a:cs typeface="Poppins"/>
                          <a:sym typeface="Poppins"/>
                        </a:rPr>
                        <a:t>05 </a:t>
                      </a:r>
                      <a:r>
                        <a:rPr lang="en-GB" sz="1000">
                          <a:latin typeface="Poppins"/>
                          <a:ea typeface="Poppins"/>
                          <a:cs typeface="Poppins"/>
                          <a:sym typeface="Poppins"/>
                        </a:rPr>
                        <a:t> Mins</a:t>
                      </a:r>
                      <a:endParaRPr sz="10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action="ppaction://hlinksldjump" r:id="rId7"/>
                        </a:rPr>
                        <a:t>13</a:t>
                      </a:r>
                      <a:endParaRPr sz="1000">
                        <a:latin typeface="Poppins"/>
                        <a:ea typeface="Poppins"/>
                        <a:cs typeface="Poppins"/>
                        <a:sym typeface="Poppins"/>
                      </a:endParaRPr>
                    </a:p>
                  </a:txBody>
                  <a:tcPr marT="51425" marB="51425" marR="51425" marL="51425">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314525">
                <a:tc>
                  <a:txBody>
                    <a:bodyPr/>
                    <a:lstStyle/>
                    <a:p>
                      <a:pPr indent="0" lvl="0" marL="0" marR="0" rtl="0" algn="ctr">
                        <a:lnSpc>
                          <a:spcPct val="100000"/>
                        </a:lnSpc>
                        <a:spcBef>
                          <a:spcPts val="0"/>
                        </a:spcBef>
                        <a:spcAft>
                          <a:spcPts val="0"/>
                        </a:spcAft>
                        <a:buNone/>
                      </a:pPr>
                      <a:r>
                        <a:rPr lang="en-GB" sz="1000">
                          <a:solidFill>
                            <a:schemeClr val="dk1"/>
                          </a:solidFill>
                          <a:latin typeface="Poppins"/>
                          <a:ea typeface="Poppins"/>
                          <a:cs typeface="Poppins"/>
                          <a:sym typeface="Poppins"/>
                        </a:rPr>
                        <a:t>Checkpoint 1</a:t>
                      </a:r>
                      <a:endParaRPr sz="10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a:latin typeface="Poppins"/>
                          <a:ea typeface="Poppins"/>
                          <a:cs typeface="Poppins"/>
                          <a:sym typeface="Poppins"/>
                        </a:rPr>
                        <a:t>01 Min</a:t>
                      </a:r>
                      <a:endParaRPr sz="10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action="ppaction://hlinksldjump" r:id="rId8"/>
                        </a:rPr>
                        <a:t>20</a:t>
                      </a:r>
                      <a:endParaRPr sz="1000">
                        <a:latin typeface="Poppins"/>
                        <a:ea typeface="Poppins"/>
                        <a:cs typeface="Poppins"/>
                        <a:sym typeface="Poppins"/>
                      </a:endParaRPr>
                    </a:p>
                  </a:txBody>
                  <a:tcPr marT="51425" marB="51425" marR="51425" marL="51425">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314525">
                <a:tc>
                  <a:txBody>
                    <a:bodyPr/>
                    <a:lstStyle/>
                    <a:p>
                      <a:pPr indent="0" lvl="0" marL="0" marR="0" rtl="0" algn="ctr">
                        <a:lnSpc>
                          <a:spcPct val="100000"/>
                        </a:lnSpc>
                        <a:spcBef>
                          <a:spcPts val="0"/>
                        </a:spcBef>
                        <a:spcAft>
                          <a:spcPts val="0"/>
                        </a:spcAft>
                        <a:buNone/>
                      </a:pPr>
                      <a:r>
                        <a:rPr lang="en-GB" sz="1000">
                          <a:solidFill>
                            <a:schemeClr val="dk1"/>
                          </a:solidFill>
                          <a:latin typeface="Poppins"/>
                          <a:ea typeface="Poppins"/>
                          <a:cs typeface="Poppins"/>
                          <a:sym typeface="Poppins"/>
                        </a:rPr>
                        <a:t>Fun activity 1</a:t>
                      </a:r>
                      <a:endParaRPr sz="1000">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a:latin typeface="Poppins"/>
                          <a:ea typeface="Poppins"/>
                          <a:cs typeface="Poppins"/>
                          <a:sym typeface="Poppins"/>
                        </a:rPr>
                        <a:t>10 Mins</a:t>
                      </a:r>
                      <a:endParaRPr sz="10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action="ppaction://hlinksldjump" r:id="rId9"/>
                        </a:rPr>
                        <a:t>22</a:t>
                      </a:r>
                      <a:endParaRPr sz="1000">
                        <a:latin typeface="Poppins"/>
                        <a:ea typeface="Poppins"/>
                        <a:cs typeface="Poppins"/>
                        <a:sym typeface="Poppins"/>
                      </a:endParaRPr>
                    </a:p>
                  </a:txBody>
                  <a:tcPr marT="51425" marB="51425" marR="51425" marL="51425">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314525">
                <a:tc>
                  <a:txBody>
                    <a:bodyPr/>
                    <a:lstStyle/>
                    <a:p>
                      <a:pPr indent="0" lvl="0" marL="0" rtl="0" algn="ctr">
                        <a:spcBef>
                          <a:spcPts val="0"/>
                        </a:spcBef>
                        <a:spcAft>
                          <a:spcPts val="0"/>
                        </a:spcAft>
                        <a:buClr>
                          <a:schemeClr val="dk1"/>
                        </a:buClr>
                        <a:buSzPts val="1100"/>
                        <a:buFont typeface="Arial"/>
                        <a:buNone/>
                      </a:pPr>
                      <a:r>
                        <a:rPr lang="en-GB" sz="1000">
                          <a:solidFill>
                            <a:schemeClr val="dk1"/>
                          </a:solidFill>
                          <a:latin typeface="Poppins"/>
                          <a:ea typeface="Poppins"/>
                          <a:cs typeface="Poppins"/>
                          <a:sym typeface="Poppins"/>
                        </a:rPr>
                        <a:t>Checkpoint 2</a:t>
                      </a:r>
                      <a:endParaRPr sz="10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a:solidFill>
                            <a:schemeClr val="dk1"/>
                          </a:solidFill>
                          <a:latin typeface="Poppins"/>
                          <a:ea typeface="Poppins"/>
                          <a:cs typeface="Poppins"/>
                          <a:sym typeface="Poppins"/>
                        </a:rPr>
                        <a:t>01 Min</a:t>
                      </a:r>
                      <a:endParaRPr sz="10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action="ppaction://hlinksldjump" r:id="rId10"/>
                        </a:rPr>
                        <a:t>27</a:t>
                      </a:r>
                      <a:endParaRPr sz="1000">
                        <a:latin typeface="Poppins"/>
                        <a:ea typeface="Poppins"/>
                        <a:cs typeface="Poppins"/>
                        <a:sym typeface="Poppins"/>
                      </a:endParaRPr>
                    </a:p>
                  </a:txBody>
                  <a:tcPr marT="51425" marB="51425" marR="51425" marL="51425">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502300">
                <a:tc>
                  <a:txBody>
                    <a:bodyPr/>
                    <a:lstStyle/>
                    <a:p>
                      <a:pPr indent="0" lvl="0" marL="0" rtl="0" algn="ctr">
                        <a:spcBef>
                          <a:spcPts val="0"/>
                        </a:spcBef>
                        <a:spcAft>
                          <a:spcPts val="0"/>
                        </a:spcAft>
                        <a:buClr>
                          <a:schemeClr val="dk1"/>
                        </a:buClr>
                        <a:buSzPts val="1100"/>
                        <a:buFont typeface="Arial"/>
                        <a:buNone/>
                      </a:pPr>
                      <a:r>
                        <a:rPr lang="en-GB" sz="1000">
                          <a:solidFill>
                            <a:schemeClr val="dk1"/>
                          </a:solidFill>
                          <a:latin typeface="Poppins"/>
                          <a:ea typeface="Poppins"/>
                          <a:cs typeface="Poppins"/>
                          <a:sym typeface="Poppins"/>
                        </a:rPr>
                        <a:t>Fun activity 2 (optional)</a:t>
                      </a:r>
                      <a:endParaRPr sz="1000">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a:latin typeface="Poppins"/>
                          <a:ea typeface="Poppins"/>
                          <a:cs typeface="Poppins"/>
                          <a:sym typeface="Poppins"/>
                        </a:rPr>
                        <a:t>10 min</a:t>
                      </a:r>
                      <a:endParaRPr sz="10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action="ppaction://hlinksldjump" r:id="rId11"/>
                        </a:rPr>
                        <a:t>29</a:t>
                      </a:r>
                      <a:endParaRPr sz="1000">
                        <a:latin typeface="Poppins"/>
                        <a:ea typeface="Poppins"/>
                        <a:cs typeface="Poppins"/>
                        <a:sym typeface="Poppins"/>
                      </a:endParaRPr>
                    </a:p>
                  </a:txBody>
                  <a:tcPr marT="51425" marB="51425" marR="51425" marL="51425">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314525">
                <a:tc>
                  <a:txBody>
                    <a:bodyPr/>
                    <a:lstStyle/>
                    <a:p>
                      <a:pPr indent="0" lvl="0" marL="0" rtl="0" algn="ctr">
                        <a:spcBef>
                          <a:spcPts val="0"/>
                        </a:spcBef>
                        <a:spcAft>
                          <a:spcPts val="0"/>
                        </a:spcAft>
                        <a:buNone/>
                      </a:pPr>
                      <a:r>
                        <a:rPr lang="en-GB" sz="1000">
                          <a:solidFill>
                            <a:schemeClr val="dk1"/>
                          </a:solidFill>
                          <a:latin typeface="Poppins"/>
                          <a:ea typeface="Poppins"/>
                          <a:cs typeface="Poppins"/>
                          <a:sym typeface="Poppins"/>
                        </a:rPr>
                        <a:t>Resource Table</a:t>
                      </a:r>
                      <a:endParaRPr sz="1000">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a:latin typeface="Poppins"/>
                          <a:ea typeface="Poppins"/>
                          <a:cs typeface="Poppins"/>
                          <a:sym typeface="Poppins"/>
                        </a:rPr>
                        <a:t>00 Min</a:t>
                      </a:r>
                      <a:endParaRPr sz="10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action="ppaction://hlinksldjump" r:id="rId12"/>
                        </a:rPr>
                        <a:t>31</a:t>
                      </a:r>
                      <a:endParaRPr sz="1000">
                        <a:latin typeface="Poppins"/>
                        <a:ea typeface="Poppins"/>
                        <a:cs typeface="Poppins"/>
                        <a:sym typeface="Poppins"/>
                      </a:endParaRPr>
                    </a:p>
                  </a:txBody>
                  <a:tcPr marT="51425" marB="51425" marR="51425" marL="51425">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314525">
                <a:tc>
                  <a:txBody>
                    <a:bodyPr/>
                    <a:lstStyle/>
                    <a:p>
                      <a:pPr indent="0" lvl="0" marL="0" marR="0" rtl="0" algn="ctr">
                        <a:lnSpc>
                          <a:spcPct val="100000"/>
                        </a:lnSpc>
                        <a:spcBef>
                          <a:spcPts val="0"/>
                        </a:spcBef>
                        <a:spcAft>
                          <a:spcPts val="0"/>
                        </a:spcAft>
                        <a:buClr>
                          <a:srgbClr val="000000"/>
                        </a:buClr>
                        <a:buSzPts val="1400"/>
                        <a:buFont typeface="Arial"/>
                        <a:buNone/>
                      </a:pPr>
                      <a:r>
                        <a:rPr lang="en-GB" sz="1000" u="none" cap="none" strike="noStrike">
                          <a:solidFill>
                            <a:schemeClr val="dk1"/>
                          </a:solidFill>
                          <a:latin typeface="Poppins"/>
                          <a:ea typeface="Poppins"/>
                          <a:cs typeface="Poppins"/>
                          <a:sym typeface="Poppins"/>
                        </a:rPr>
                        <a:t>Wrap</a:t>
                      </a:r>
                      <a:r>
                        <a:rPr lang="en-GB" sz="1000">
                          <a:solidFill>
                            <a:schemeClr val="dk1"/>
                          </a:solidFill>
                          <a:latin typeface="Poppins"/>
                          <a:ea typeface="Poppins"/>
                          <a:cs typeface="Poppins"/>
                          <a:sym typeface="Poppins"/>
                        </a:rPr>
                        <a:t>-</a:t>
                      </a:r>
                      <a:r>
                        <a:rPr lang="en-GB" sz="1000" u="none" cap="none" strike="noStrike">
                          <a:solidFill>
                            <a:schemeClr val="dk1"/>
                          </a:solidFill>
                          <a:latin typeface="Poppins"/>
                          <a:ea typeface="Poppins"/>
                          <a:cs typeface="Poppins"/>
                          <a:sym typeface="Poppins"/>
                        </a:rPr>
                        <a:t>up</a:t>
                      </a:r>
                      <a:endParaRPr sz="10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GB" sz="1000" u="none" cap="none" strike="noStrike">
                          <a:solidFill>
                            <a:schemeClr val="dk1"/>
                          </a:solidFill>
                          <a:latin typeface="Poppins"/>
                          <a:ea typeface="Poppins"/>
                          <a:cs typeface="Poppins"/>
                          <a:sym typeface="Poppins"/>
                        </a:rPr>
                        <a:t>0</a:t>
                      </a:r>
                      <a:r>
                        <a:rPr lang="en-GB" sz="1000">
                          <a:solidFill>
                            <a:schemeClr val="dk1"/>
                          </a:solidFill>
                          <a:latin typeface="Poppins"/>
                          <a:ea typeface="Poppins"/>
                          <a:cs typeface="Poppins"/>
                          <a:sym typeface="Poppins"/>
                        </a:rPr>
                        <a:t>2</a:t>
                      </a:r>
                      <a:r>
                        <a:rPr lang="en-GB" sz="1000" u="none" cap="none" strike="noStrike">
                          <a:solidFill>
                            <a:schemeClr val="dk1"/>
                          </a:solidFill>
                          <a:latin typeface="Poppins"/>
                          <a:ea typeface="Poppins"/>
                          <a:cs typeface="Poppins"/>
                          <a:sym typeface="Poppins"/>
                        </a:rPr>
                        <a:t> Mins</a:t>
                      </a:r>
                      <a:endParaRPr sz="10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000" u="sng">
                          <a:solidFill>
                            <a:schemeClr val="hlink"/>
                          </a:solidFill>
                          <a:latin typeface="Poppins"/>
                          <a:ea typeface="Poppins"/>
                          <a:cs typeface="Poppins"/>
                          <a:sym typeface="Poppins"/>
                          <a:hlinkClick action="ppaction://hlinksldjump" r:id="rId13"/>
                        </a:rPr>
                        <a:t>32</a:t>
                      </a:r>
                      <a:endParaRPr sz="1000">
                        <a:latin typeface="Poppins"/>
                        <a:ea typeface="Poppins"/>
                        <a:cs typeface="Poppins"/>
                        <a:sym typeface="Poppins"/>
                      </a:endParaRPr>
                    </a:p>
                  </a:txBody>
                  <a:tcPr marT="51425" marB="51425" marR="51425" marL="51425">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bl>
          </a:graphicData>
        </a:graphic>
      </p:graphicFrame>
      <p:sp>
        <p:nvSpPr>
          <p:cNvPr id="199" name="Google Shape;199;p18"/>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19"/>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205" name="Google Shape;205;p19"/>
          <p:cNvGrpSpPr/>
          <p:nvPr/>
        </p:nvGrpSpPr>
        <p:grpSpPr>
          <a:xfrm>
            <a:off x="7469873" y="3817364"/>
            <a:ext cx="1674074" cy="1326259"/>
            <a:chOff x="-2" y="-1"/>
            <a:chExt cx="2837895" cy="2438424"/>
          </a:xfrm>
        </p:grpSpPr>
        <p:sp>
          <p:nvSpPr>
            <p:cNvPr id="206" name="Google Shape;206;p19"/>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207" name="Google Shape;207;p19"/>
            <p:cNvGrpSpPr/>
            <p:nvPr/>
          </p:nvGrpSpPr>
          <p:grpSpPr>
            <a:xfrm>
              <a:off x="-2" y="183652"/>
              <a:ext cx="2448159" cy="1884384"/>
              <a:chOff x="-1" y="-1"/>
              <a:chExt cx="2448159" cy="1884384"/>
            </a:xfrm>
          </p:grpSpPr>
          <p:sp>
            <p:nvSpPr>
              <p:cNvPr id="208" name="Google Shape;208;p19"/>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09" name="Google Shape;209;p19"/>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10" name="Google Shape;210;p19"/>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211" name="Google Shape;211;p19"/>
          <p:cNvGrpSpPr/>
          <p:nvPr/>
        </p:nvGrpSpPr>
        <p:grpSpPr>
          <a:xfrm>
            <a:off x="0" y="0"/>
            <a:ext cx="1540509" cy="1395081"/>
            <a:chOff x="-1" y="-1"/>
            <a:chExt cx="2539998" cy="2387610"/>
          </a:xfrm>
        </p:grpSpPr>
        <p:sp>
          <p:nvSpPr>
            <p:cNvPr id="212" name="Google Shape;212;p19"/>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213" name="Google Shape;213;p19"/>
            <p:cNvGrpSpPr/>
            <p:nvPr/>
          </p:nvGrpSpPr>
          <p:grpSpPr>
            <a:xfrm>
              <a:off x="180250" y="237004"/>
              <a:ext cx="2215000" cy="1884429"/>
              <a:chOff x="0" y="-1"/>
              <a:chExt cx="2215000" cy="1884429"/>
            </a:xfrm>
          </p:grpSpPr>
          <p:sp>
            <p:nvSpPr>
              <p:cNvPr id="214" name="Google Shape;214;p19"/>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15" name="Google Shape;215;p19"/>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16" name="Google Shape;216;p19"/>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217" name="Google Shape;217;p19"/>
          <p:cNvGrpSpPr/>
          <p:nvPr/>
        </p:nvGrpSpPr>
        <p:grpSpPr>
          <a:xfrm>
            <a:off x="-2" y="3951490"/>
            <a:ext cx="3141293" cy="1192012"/>
            <a:chOff x="-2" y="0"/>
            <a:chExt cx="5584520" cy="2119132"/>
          </a:xfrm>
        </p:grpSpPr>
        <p:sp>
          <p:nvSpPr>
            <p:cNvPr id="218" name="Google Shape;218;p19"/>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19" name="Google Shape;219;p19"/>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220" name="Google Shape;220;p19"/>
          <p:cNvSpPr txBox="1"/>
          <p:nvPr/>
        </p:nvSpPr>
        <p:spPr>
          <a:xfrm>
            <a:off x="689639" y="1302398"/>
            <a:ext cx="4817700" cy="3551700"/>
          </a:xfrm>
          <a:prstGeom prst="rect">
            <a:avLst/>
          </a:prstGeom>
          <a:noFill/>
          <a:ln>
            <a:noFill/>
          </a:ln>
        </p:spPr>
        <p:txBody>
          <a:bodyPr anchorCtr="0" anchor="t" bIns="51425" lIns="51425" spcFirstLastPara="1" rIns="51425" wrap="square" tIns="51425">
            <a:spAutoFit/>
          </a:bodyPr>
          <a:lstStyle/>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Hello (Name)</a:t>
            </a:r>
            <a:br>
              <a:rPr b="0" i="0" lang="en-GB" sz="1400" u="none" cap="none" strike="noStrike">
                <a:solidFill>
                  <a:schemeClr val="dk1"/>
                </a:solidFill>
                <a:latin typeface="Poppins"/>
                <a:ea typeface="Poppins"/>
                <a:cs typeface="Poppins"/>
                <a:sym typeface="Poppins"/>
              </a:rPr>
            </a:br>
            <a:r>
              <a:rPr b="0" i="0" lang="en-GB" sz="1400" u="none" cap="none" strike="noStrike">
                <a:solidFill>
                  <a:schemeClr val="dk1"/>
                </a:solidFill>
                <a:latin typeface="Poppins"/>
                <a:ea typeface="Poppins"/>
                <a:cs typeface="Poppins"/>
                <a:sym typeface="Poppins"/>
              </a:rPr>
              <a:t>How are you?</a:t>
            </a:r>
            <a:br>
              <a:rPr b="0" i="0" lang="en-GB" sz="1400" u="none" cap="none" strike="noStrike">
                <a:solidFill>
                  <a:schemeClr val="dk1"/>
                </a:solidFill>
                <a:latin typeface="Poppins"/>
                <a:ea typeface="Poppins"/>
                <a:cs typeface="Poppins"/>
                <a:sym typeface="Poppins"/>
              </a:rPr>
            </a:br>
            <a:r>
              <a:rPr b="0" i="0" lang="en-GB" sz="1400" u="none" cap="none" strike="noStrike">
                <a:solidFill>
                  <a:schemeClr val="dk1"/>
                </a:solidFill>
                <a:latin typeface="Poppins"/>
                <a:ea typeface="Poppins"/>
                <a:cs typeface="Poppins"/>
                <a:sym typeface="Poppins"/>
              </a:rPr>
              <a:t>What all did you do today ?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rgbClr val="B6D7A8"/>
                </a:highlight>
                <a:latin typeface="Poppins"/>
                <a:ea typeface="Poppins"/>
                <a:cs typeface="Poppins"/>
                <a:sym typeface="Poppins"/>
              </a:rPr>
              <a:t>Student replies</a:t>
            </a:r>
            <a:endParaRPr b="0" i="0" sz="1400" u="none" cap="none" strike="noStrike">
              <a:solidFill>
                <a:schemeClr val="dk1"/>
              </a:solidFill>
              <a:highlight>
                <a:srgbClr val="B6D7A8"/>
              </a:highlight>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So, do you remember what we have studied in the last class?</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rgbClr val="B6D7A8"/>
                </a:highlight>
                <a:latin typeface="Poppins"/>
                <a:ea typeface="Poppins"/>
                <a:cs typeface="Poppins"/>
                <a:sym typeface="Poppins"/>
              </a:rPr>
              <a:t>Student replies</a:t>
            </a:r>
            <a:endParaRPr b="0" i="0" sz="1400" u="none" cap="none" strike="noStrike">
              <a:solidFill>
                <a:schemeClr val="dk1"/>
              </a:solidFill>
              <a:highlight>
                <a:srgbClr val="B6D7A8"/>
              </a:highlight>
              <a:latin typeface="Poppins"/>
              <a:ea typeface="Poppins"/>
              <a:cs typeface="Poppins"/>
              <a:sym typeface="Poppins"/>
            </a:endParaRPr>
          </a:p>
          <a:p>
            <a:pPr indent="0" lvl="0" marL="0" marR="0" rtl="0" algn="l">
              <a:lnSpc>
                <a:spcPct val="100000"/>
              </a:lnSpc>
              <a:spcBef>
                <a:spcPts val="0"/>
              </a:spcBef>
              <a:spcAft>
                <a:spcPts val="0"/>
              </a:spcAft>
              <a:buClr>
                <a:schemeClr val="dk1"/>
              </a:buClr>
              <a:buSzPts val="1400"/>
              <a:buFont typeface="Arial"/>
              <a:buNone/>
            </a:pPr>
            <a:r>
              <a:rPr b="1" i="0" lang="en-GB" sz="1400" u="none" cap="none" strike="noStrike">
                <a:solidFill>
                  <a:schemeClr val="dk1"/>
                </a:solidFill>
                <a:latin typeface="Poppins"/>
                <a:ea typeface="Poppins"/>
                <a:cs typeface="Poppins"/>
                <a:sym typeface="Poppins"/>
              </a:rPr>
              <a:t>(If the student does not recollect, help the student revise the concepts from previous session.)</a:t>
            </a:r>
            <a:endParaRPr b="1"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Ok Great!! So, let us learn something new today!!  </a:t>
            </a:r>
            <a:endParaRPr b="0" i="0" sz="1400" u="none" cap="none" strike="noStrike">
              <a:solidFill>
                <a:schemeClr val="dk1"/>
              </a:solidFill>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OR</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Ok Great!! So, let us continue the topic that we were studying in the last class.</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700"/>
              <a:buFont typeface="Arial"/>
              <a:buNone/>
            </a:pPr>
            <a:r>
              <a:t/>
            </a:r>
            <a:endParaRPr b="0" i="0" sz="1400" u="none" cap="none" strike="noStrike">
              <a:solidFill>
                <a:srgbClr val="000000"/>
              </a:solidFill>
              <a:latin typeface="Calibri"/>
              <a:ea typeface="Calibri"/>
              <a:cs typeface="Calibri"/>
              <a:sym typeface="Calibri"/>
            </a:endParaRPr>
          </a:p>
        </p:txBody>
      </p:sp>
      <p:sp>
        <p:nvSpPr>
          <p:cNvPr id="221" name="Google Shape;221;p19"/>
          <p:cNvSpPr txBox="1"/>
          <p:nvPr/>
        </p:nvSpPr>
        <p:spPr>
          <a:xfrm>
            <a:off x="2680945" y="58191"/>
            <a:ext cx="3627000" cy="615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Warm - up</a:t>
            </a:r>
            <a:endParaRPr b="1" i="0" sz="2500" u="none" cap="none" strike="noStrike">
              <a:solidFill>
                <a:srgbClr val="0066FF"/>
              </a:solidFill>
              <a:latin typeface="Poppins"/>
              <a:ea typeface="Poppins"/>
              <a:cs typeface="Poppins"/>
              <a:sym typeface="Poppins"/>
            </a:endParaRPr>
          </a:p>
          <a:p>
            <a:pPr indent="0" lvl="0" marL="0" marR="0" rtl="0" algn="ctr">
              <a:lnSpc>
                <a:spcPct val="100000"/>
              </a:lnSpc>
              <a:spcBef>
                <a:spcPts val="0"/>
              </a:spcBef>
              <a:spcAft>
                <a:spcPts val="0"/>
              </a:spcAft>
              <a:buClr>
                <a:srgbClr val="0066FF"/>
              </a:buClr>
              <a:buSzPts val="2900"/>
              <a:buFont typeface="Poppins"/>
              <a:buNone/>
            </a:pPr>
            <a:r>
              <a:rPr b="0" i="0" lang="en-GB" sz="1500" u="none" cap="none" strike="noStrike">
                <a:solidFill>
                  <a:srgbClr val="4260FD"/>
                </a:solidFill>
                <a:latin typeface="Poppins"/>
                <a:ea typeface="Poppins"/>
                <a:cs typeface="Poppins"/>
                <a:sym typeface="Poppins"/>
              </a:rPr>
              <a:t>(05 mins)</a:t>
            </a:r>
            <a:endParaRPr b="0" i="0" sz="1500" u="none" cap="none" strike="noStrike">
              <a:solidFill>
                <a:srgbClr val="4260FD"/>
              </a:solidFill>
              <a:latin typeface="Poppins"/>
              <a:ea typeface="Poppins"/>
              <a:cs typeface="Poppins"/>
              <a:sym typeface="Poppins"/>
            </a:endParaRPr>
          </a:p>
        </p:txBody>
      </p:sp>
      <p:sp>
        <p:nvSpPr>
          <p:cNvPr id="222" name="Google Shape;222;p19"/>
          <p:cNvSpPr/>
          <p:nvPr/>
        </p:nvSpPr>
        <p:spPr>
          <a:xfrm>
            <a:off x="414425" y="729825"/>
            <a:ext cx="8315136" cy="4073598"/>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23" name="Google Shape;223;p19"/>
          <p:cNvSpPr txBox="1"/>
          <p:nvPr/>
        </p:nvSpPr>
        <p:spPr>
          <a:xfrm>
            <a:off x="689650" y="902300"/>
            <a:ext cx="7998300" cy="4029000"/>
          </a:xfrm>
          <a:prstGeom prst="rect">
            <a:avLst/>
          </a:prstGeom>
          <a:noFill/>
          <a:ln>
            <a:noFill/>
          </a:ln>
        </p:spPr>
        <p:txBody>
          <a:bodyPr anchorCtr="0" anchor="t" bIns="51425" lIns="51425" spcFirstLastPara="1" rIns="51425" wrap="square" tIns="51425">
            <a:spAutoFit/>
          </a:bodyPr>
          <a:lstStyle/>
          <a:p>
            <a:pPr indent="0" lvl="0" marL="0" rtl="0" algn="l">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Hello, (student’s name)! How are you? How is your day going?</a:t>
            </a:r>
            <a:br>
              <a:rPr lang="en-GB" sz="1500">
                <a:solidFill>
                  <a:srgbClr val="3C78D8"/>
                </a:solidFill>
                <a:latin typeface="Poppins"/>
                <a:ea typeface="Poppins"/>
                <a:cs typeface="Poppins"/>
                <a:sym typeface="Poppins"/>
              </a:rPr>
            </a:br>
            <a:r>
              <a:rPr lang="en-GB" sz="1500">
                <a:solidFill>
                  <a:srgbClr val="3C78D8"/>
                </a:solidFill>
                <a:latin typeface="Poppins"/>
                <a:ea typeface="Poppins"/>
                <a:cs typeface="Poppins"/>
                <a:sym typeface="Poppins"/>
              </a:rPr>
              <a:t>Great! Do you remember your previous session? </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Let's see how much we remember from our last session!</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Question 1: What are the sprites?</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latin typeface="Poppins"/>
                <a:ea typeface="Poppins"/>
                <a:cs typeface="Poppins"/>
                <a:sym typeface="Poppins"/>
              </a:rPr>
              <a:t>*Students reply*</a:t>
            </a:r>
            <a:endParaRPr sz="1500">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Answer: Sprites are the characters or animations that we add in the project.</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Question 2: How can we reduce the problem of writing the same code multiple times?</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chemeClr val="dk1"/>
                </a:solidFill>
                <a:latin typeface="Poppins"/>
                <a:ea typeface="Poppins"/>
                <a:cs typeface="Poppins"/>
                <a:sym typeface="Poppins"/>
              </a:rPr>
              <a:t>*Student reply*</a:t>
            </a:r>
            <a:endParaRPr sz="15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Answer: We can make use of the loops. </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Question 3: What was your favorite part of creating </a:t>
            </a:r>
            <a:r>
              <a:rPr lang="en-GB" sz="1500">
                <a:solidFill>
                  <a:srgbClr val="3C78D8"/>
                </a:solidFill>
                <a:latin typeface="Poppins"/>
                <a:ea typeface="Poppins"/>
                <a:cs typeface="Poppins"/>
                <a:sym typeface="Poppins"/>
              </a:rPr>
              <a:t>our </a:t>
            </a:r>
            <a:r>
              <a:rPr lang="en-GB" sz="1500">
                <a:solidFill>
                  <a:srgbClr val="3C78D8"/>
                </a:solidFill>
                <a:latin typeface="Poppins"/>
                <a:ea typeface="Poppins"/>
                <a:cs typeface="Poppins"/>
                <a:sym typeface="Poppins"/>
              </a:rPr>
              <a:t>project?</a:t>
            </a:r>
            <a:endParaRPr sz="1500">
              <a:solidFill>
                <a:srgbClr val="3C78D8"/>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chemeClr val="dk1"/>
                </a:solidFill>
                <a:latin typeface="Poppins"/>
                <a:ea typeface="Poppins"/>
                <a:cs typeface="Poppins"/>
                <a:sym typeface="Poppins"/>
              </a:rPr>
              <a:t>*Student reply*</a:t>
            </a:r>
            <a:endParaRPr sz="15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t/>
            </a:r>
            <a:endParaRPr sz="1500">
              <a:solidFill>
                <a:schemeClr val="dk1"/>
              </a:solidFill>
              <a:latin typeface="Poppins"/>
              <a:ea typeface="Poppins"/>
              <a:cs typeface="Poppins"/>
              <a:sym typeface="Poppins"/>
            </a:endParaRPr>
          </a:p>
          <a:p>
            <a:pPr indent="0" lvl="0" marL="0" rtl="0" algn="l">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Awesome! You’re all set for today’s session! Let’s begin! </a:t>
            </a:r>
            <a:endParaRPr sz="1500">
              <a:solidFill>
                <a:srgbClr val="3C78D8"/>
              </a:solidFill>
              <a:latin typeface="Poppins"/>
              <a:ea typeface="Poppins"/>
              <a:cs typeface="Poppins"/>
              <a:sym typeface="Poppins"/>
            </a:endParaRPr>
          </a:p>
        </p:txBody>
      </p:sp>
      <p:sp>
        <p:nvSpPr>
          <p:cNvPr id="224" name="Google Shape;224;p19"/>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230" name="Google Shape;230;p20"/>
          <p:cNvGrpSpPr/>
          <p:nvPr/>
        </p:nvGrpSpPr>
        <p:grpSpPr>
          <a:xfrm>
            <a:off x="7469873" y="3817364"/>
            <a:ext cx="1674074" cy="1326259"/>
            <a:chOff x="-2" y="-1"/>
            <a:chExt cx="2837895" cy="2438424"/>
          </a:xfrm>
        </p:grpSpPr>
        <p:sp>
          <p:nvSpPr>
            <p:cNvPr id="231" name="Google Shape;231;p20"/>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232" name="Google Shape;232;p20"/>
            <p:cNvGrpSpPr/>
            <p:nvPr/>
          </p:nvGrpSpPr>
          <p:grpSpPr>
            <a:xfrm>
              <a:off x="-2" y="183652"/>
              <a:ext cx="2448159" cy="1884384"/>
              <a:chOff x="-1" y="-1"/>
              <a:chExt cx="2448159" cy="1884384"/>
            </a:xfrm>
          </p:grpSpPr>
          <p:sp>
            <p:nvSpPr>
              <p:cNvPr id="233" name="Google Shape;233;p20"/>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34" name="Google Shape;234;p20"/>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35" name="Google Shape;235;p20"/>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236" name="Google Shape;236;p20"/>
          <p:cNvGrpSpPr/>
          <p:nvPr/>
        </p:nvGrpSpPr>
        <p:grpSpPr>
          <a:xfrm>
            <a:off x="0" y="0"/>
            <a:ext cx="1540509" cy="1395081"/>
            <a:chOff x="-1" y="-1"/>
            <a:chExt cx="2539998" cy="2387610"/>
          </a:xfrm>
        </p:grpSpPr>
        <p:sp>
          <p:nvSpPr>
            <p:cNvPr id="237" name="Google Shape;237;p20"/>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238" name="Google Shape;238;p20"/>
            <p:cNvGrpSpPr/>
            <p:nvPr/>
          </p:nvGrpSpPr>
          <p:grpSpPr>
            <a:xfrm>
              <a:off x="180250" y="237004"/>
              <a:ext cx="2215000" cy="1884429"/>
              <a:chOff x="0" y="-1"/>
              <a:chExt cx="2215000" cy="1884429"/>
            </a:xfrm>
          </p:grpSpPr>
          <p:sp>
            <p:nvSpPr>
              <p:cNvPr id="239" name="Google Shape;239;p20"/>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40" name="Google Shape;240;p20"/>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41" name="Google Shape;241;p20"/>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242" name="Google Shape;242;p20"/>
          <p:cNvGrpSpPr/>
          <p:nvPr/>
        </p:nvGrpSpPr>
        <p:grpSpPr>
          <a:xfrm>
            <a:off x="-2" y="3951490"/>
            <a:ext cx="3141293" cy="1192012"/>
            <a:chOff x="-2" y="0"/>
            <a:chExt cx="5584520" cy="2119132"/>
          </a:xfrm>
        </p:grpSpPr>
        <p:sp>
          <p:nvSpPr>
            <p:cNvPr id="243" name="Google Shape;243;p20"/>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44" name="Google Shape;244;p20"/>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245" name="Google Shape;245;p20"/>
          <p:cNvSpPr txBox="1"/>
          <p:nvPr/>
        </p:nvSpPr>
        <p:spPr>
          <a:xfrm>
            <a:off x="689639" y="1302398"/>
            <a:ext cx="4817700" cy="3551700"/>
          </a:xfrm>
          <a:prstGeom prst="rect">
            <a:avLst/>
          </a:prstGeom>
          <a:noFill/>
          <a:ln>
            <a:noFill/>
          </a:ln>
        </p:spPr>
        <p:txBody>
          <a:bodyPr anchorCtr="0" anchor="t" bIns="51425" lIns="51425" spcFirstLastPara="1" rIns="51425" wrap="square" tIns="51425">
            <a:spAutoFit/>
          </a:bodyPr>
          <a:lstStyle/>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Hello (Name)</a:t>
            </a:r>
            <a:br>
              <a:rPr b="0" i="0" lang="en-GB" sz="1400" u="none" cap="none" strike="noStrike">
                <a:solidFill>
                  <a:schemeClr val="dk1"/>
                </a:solidFill>
                <a:latin typeface="Poppins"/>
                <a:ea typeface="Poppins"/>
                <a:cs typeface="Poppins"/>
                <a:sym typeface="Poppins"/>
              </a:rPr>
            </a:br>
            <a:r>
              <a:rPr b="0" i="0" lang="en-GB" sz="1400" u="none" cap="none" strike="noStrike">
                <a:solidFill>
                  <a:schemeClr val="dk1"/>
                </a:solidFill>
                <a:latin typeface="Poppins"/>
                <a:ea typeface="Poppins"/>
                <a:cs typeface="Poppins"/>
                <a:sym typeface="Poppins"/>
              </a:rPr>
              <a:t>How are you?</a:t>
            </a:r>
            <a:br>
              <a:rPr b="0" i="0" lang="en-GB" sz="1400" u="none" cap="none" strike="noStrike">
                <a:solidFill>
                  <a:schemeClr val="dk1"/>
                </a:solidFill>
                <a:latin typeface="Poppins"/>
                <a:ea typeface="Poppins"/>
                <a:cs typeface="Poppins"/>
                <a:sym typeface="Poppins"/>
              </a:rPr>
            </a:br>
            <a:r>
              <a:rPr b="0" i="0" lang="en-GB" sz="1400" u="none" cap="none" strike="noStrike">
                <a:solidFill>
                  <a:schemeClr val="dk1"/>
                </a:solidFill>
                <a:latin typeface="Poppins"/>
                <a:ea typeface="Poppins"/>
                <a:cs typeface="Poppins"/>
                <a:sym typeface="Poppins"/>
              </a:rPr>
              <a:t>What all did you do today ?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rgbClr val="B6D7A8"/>
                </a:highlight>
                <a:latin typeface="Poppins"/>
                <a:ea typeface="Poppins"/>
                <a:cs typeface="Poppins"/>
                <a:sym typeface="Poppins"/>
              </a:rPr>
              <a:t>Student replies</a:t>
            </a:r>
            <a:endParaRPr b="0" i="0" sz="1400" u="none" cap="none" strike="noStrike">
              <a:solidFill>
                <a:schemeClr val="dk1"/>
              </a:solidFill>
              <a:highlight>
                <a:srgbClr val="B6D7A8"/>
              </a:highlight>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So, do you remember what we have studied in the last class?</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rgbClr val="B6D7A8"/>
                </a:highlight>
                <a:latin typeface="Poppins"/>
                <a:ea typeface="Poppins"/>
                <a:cs typeface="Poppins"/>
                <a:sym typeface="Poppins"/>
              </a:rPr>
              <a:t>Student replies</a:t>
            </a:r>
            <a:endParaRPr b="0" i="0" sz="1400" u="none" cap="none" strike="noStrike">
              <a:solidFill>
                <a:schemeClr val="dk1"/>
              </a:solidFill>
              <a:highlight>
                <a:srgbClr val="B6D7A8"/>
              </a:highlight>
              <a:latin typeface="Poppins"/>
              <a:ea typeface="Poppins"/>
              <a:cs typeface="Poppins"/>
              <a:sym typeface="Poppins"/>
            </a:endParaRPr>
          </a:p>
          <a:p>
            <a:pPr indent="0" lvl="0" marL="0" marR="0" rtl="0" algn="l">
              <a:lnSpc>
                <a:spcPct val="100000"/>
              </a:lnSpc>
              <a:spcBef>
                <a:spcPts val="0"/>
              </a:spcBef>
              <a:spcAft>
                <a:spcPts val="0"/>
              </a:spcAft>
              <a:buClr>
                <a:schemeClr val="dk1"/>
              </a:buClr>
              <a:buSzPts val="1400"/>
              <a:buFont typeface="Arial"/>
              <a:buNone/>
            </a:pPr>
            <a:r>
              <a:rPr b="1" i="0" lang="en-GB" sz="1400" u="none" cap="none" strike="noStrike">
                <a:solidFill>
                  <a:schemeClr val="dk1"/>
                </a:solidFill>
                <a:latin typeface="Poppins"/>
                <a:ea typeface="Poppins"/>
                <a:cs typeface="Poppins"/>
                <a:sym typeface="Poppins"/>
              </a:rPr>
              <a:t>(If the student does not recollect, help the student revise the concepts from previous session.)</a:t>
            </a:r>
            <a:endParaRPr b="1"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Ok Great!! So, let us learn something new today!!  </a:t>
            </a:r>
            <a:endParaRPr b="0" i="0" sz="1400" u="none" cap="none" strike="noStrike">
              <a:solidFill>
                <a:schemeClr val="dk1"/>
              </a:solidFill>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OR</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Ok Great!! So, let us continue the topic that we were studying in the last class.</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700"/>
              <a:buFont typeface="Arial"/>
              <a:buNone/>
            </a:pPr>
            <a:r>
              <a:t/>
            </a:r>
            <a:endParaRPr b="0" i="0" sz="1400" u="none" cap="none" strike="noStrike">
              <a:solidFill>
                <a:srgbClr val="000000"/>
              </a:solidFill>
              <a:latin typeface="Calibri"/>
              <a:ea typeface="Calibri"/>
              <a:cs typeface="Calibri"/>
              <a:sym typeface="Calibri"/>
            </a:endParaRPr>
          </a:p>
        </p:txBody>
      </p:sp>
      <p:sp>
        <p:nvSpPr>
          <p:cNvPr id="246" name="Google Shape;246;p20"/>
          <p:cNvSpPr txBox="1"/>
          <p:nvPr/>
        </p:nvSpPr>
        <p:spPr>
          <a:xfrm>
            <a:off x="2680945" y="58191"/>
            <a:ext cx="3627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i="0" lang="en-GB" sz="2500" u="none" cap="none" strike="noStrike">
                <a:solidFill>
                  <a:srgbClr val="0066FF"/>
                </a:solidFill>
                <a:latin typeface="Poppins"/>
                <a:ea typeface="Poppins"/>
                <a:cs typeface="Poppins"/>
                <a:sym typeface="Poppins"/>
              </a:rPr>
              <a:t>Problem Statement</a:t>
            </a:r>
            <a:endParaRPr b="0" i="0" sz="1500" u="none" cap="none" strike="noStrike">
              <a:solidFill>
                <a:srgbClr val="4260FD"/>
              </a:solidFill>
              <a:latin typeface="Poppins"/>
              <a:ea typeface="Poppins"/>
              <a:cs typeface="Poppins"/>
              <a:sym typeface="Poppins"/>
            </a:endParaRPr>
          </a:p>
        </p:txBody>
      </p:sp>
      <p:sp>
        <p:nvSpPr>
          <p:cNvPr id="247" name="Google Shape;247;p20"/>
          <p:cNvSpPr/>
          <p:nvPr/>
        </p:nvSpPr>
        <p:spPr>
          <a:xfrm>
            <a:off x="414425" y="546000"/>
            <a:ext cx="8315136" cy="4257414"/>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48" name="Google Shape;248;p20"/>
          <p:cNvSpPr txBox="1"/>
          <p:nvPr/>
        </p:nvSpPr>
        <p:spPr>
          <a:xfrm>
            <a:off x="608400" y="635400"/>
            <a:ext cx="7927200" cy="4015500"/>
          </a:xfrm>
          <a:prstGeom prst="rect">
            <a:avLst/>
          </a:prstGeom>
          <a:noFill/>
          <a:ln>
            <a:noFill/>
          </a:ln>
        </p:spPr>
        <p:txBody>
          <a:bodyPr anchorCtr="0" anchor="t" bIns="51425" lIns="51425" spcFirstLastPara="1" rIns="51425" wrap="square" tIns="51425">
            <a:noAutofit/>
          </a:bodyPr>
          <a:lstStyle/>
          <a:p>
            <a:pPr indent="0" lvl="0" marL="0" marR="0" rtl="0" algn="l">
              <a:lnSpc>
                <a:spcPct val="115000"/>
              </a:lnSpc>
              <a:spcBef>
                <a:spcPts val="0"/>
              </a:spcBef>
              <a:spcAft>
                <a:spcPts val="1500"/>
              </a:spcAft>
              <a:buClr>
                <a:schemeClr val="dk1"/>
              </a:buClr>
              <a:buSzPts val="1100"/>
              <a:buFont typeface="Arial"/>
              <a:buNone/>
            </a:pPr>
            <a:r>
              <a:t/>
            </a:r>
            <a:endParaRPr b="0" i="0" sz="1500" u="none" cap="none" strike="noStrike">
              <a:solidFill>
                <a:srgbClr val="3C78D8"/>
              </a:solidFill>
              <a:latin typeface="Poppins"/>
              <a:ea typeface="Poppins"/>
              <a:cs typeface="Poppins"/>
              <a:sym typeface="Poppins"/>
            </a:endParaRPr>
          </a:p>
        </p:txBody>
      </p:sp>
      <p:sp>
        <p:nvSpPr>
          <p:cNvPr id="249" name="Google Shape;249;p20"/>
          <p:cNvSpPr txBox="1"/>
          <p:nvPr>
            <p:ph idx="12" type="sldNum"/>
          </p:nvPr>
        </p:nvSpPr>
        <p:spPr>
          <a:xfrm>
            <a:off x="8544790" y="4783454"/>
            <a:ext cx="142200" cy="153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
        <p:nvSpPr>
          <p:cNvPr id="250" name="Google Shape;250;p20"/>
          <p:cNvSpPr txBox="1"/>
          <p:nvPr/>
        </p:nvSpPr>
        <p:spPr>
          <a:xfrm>
            <a:off x="1120550" y="1053250"/>
            <a:ext cx="6842100" cy="415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500"/>
              <a:buFont typeface="Arial"/>
              <a:buNone/>
            </a:pPr>
            <a:r>
              <a:t/>
            </a:r>
            <a:endParaRPr b="0" i="0" sz="1500" u="none" cap="none" strike="noStrike">
              <a:solidFill>
                <a:srgbClr val="3C78D8"/>
              </a:solidFill>
              <a:latin typeface="Poppins"/>
              <a:ea typeface="Poppins"/>
              <a:cs typeface="Poppins"/>
              <a:sym typeface="Poppins"/>
            </a:endParaRPr>
          </a:p>
        </p:txBody>
      </p:sp>
      <p:sp>
        <p:nvSpPr>
          <p:cNvPr id="251" name="Google Shape;251;p20"/>
          <p:cNvSpPr txBox="1"/>
          <p:nvPr/>
        </p:nvSpPr>
        <p:spPr>
          <a:xfrm>
            <a:off x="1114500" y="692850"/>
            <a:ext cx="704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52" name="Google Shape;252;p20"/>
          <p:cNvSpPr txBox="1"/>
          <p:nvPr/>
        </p:nvSpPr>
        <p:spPr>
          <a:xfrm>
            <a:off x="833625" y="587450"/>
            <a:ext cx="7520700" cy="4155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500">
              <a:solidFill>
                <a:srgbClr val="3C78D8"/>
              </a:solidFill>
              <a:latin typeface="Poppins"/>
              <a:ea typeface="Poppins"/>
              <a:cs typeface="Poppins"/>
              <a:sym typeface="Poppins"/>
            </a:endParaRPr>
          </a:p>
        </p:txBody>
      </p:sp>
      <p:sp>
        <p:nvSpPr>
          <p:cNvPr id="253" name="Google Shape;253;p20"/>
          <p:cNvSpPr txBox="1"/>
          <p:nvPr/>
        </p:nvSpPr>
        <p:spPr>
          <a:xfrm>
            <a:off x="530850" y="681100"/>
            <a:ext cx="7927200" cy="3032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GB" sz="1500">
                <a:solidFill>
                  <a:srgbClr val="3C78D8"/>
                </a:solidFill>
                <a:highlight>
                  <a:schemeClr val="lt1"/>
                </a:highlight>
                <a:latin typeface="Poppins"/>
                <a:ea typeface="Poppins"/>
                <a:cs typeface="Poppins"/>
                <a:sym typeface="Poppins"/>
              </a:rPr>
              <a:t>Once upon a time in a colorful and whimsical town called Wonderland, there lived two best friends named Lily and Max. Lily was a talented young artist, and Max was a tech-savvy wizard with a passion for creating fun and educational apps for kids. They both loved nature, especially birds and balloons. One sunny morning, they decided to combine their skills and create something truly magical for children around the world.</a:t>
            </a:r>
            <a:endParaRPr sz="1500">
              <a:solidFill>
                <a:srgbClr val="3C78D8"/>
              </a:solidFill>
              <a:highlight>
                <a:schemeClr val="lt1"/>
              </a:highlight>
              <a:latin typeface="Poppins"/>
              <a:ea typeface="Poppins"/>
              <a:cs typeface="Poppins"/>
              <a:sym typeface="Poppins"/>
            </a:endParaRPr>
          </a:p>
          <a:p>
            <a:pPr indent="0" lvl="0" marL="0" rtl="0" algn="just">
              <a:spcBef>
                <a:spcPts val="0"/>
              </a:spcBef>
              <a:spcAft>
                <a:spcPts val="0"/>
              </a:spcAft>
              <a:buNone/>
            </a:pPr>
            <a:r>
              <a:rPr lang="en-GB" sz="1500">
                <a:solidFill>
                  <a:srgbClr val="3C78D8"/>
                </a:solidFill>
                <a:highlight>
                  <a:schemeClr val="lt1"/>
                </a:highlight>
                <a:latin typeface="Poppins"/>
                <a:ea typeface="Poppins"/>
                <a:cs typeface="Poppins"/>
                <a:sym typeface="Poppins"/>
              </a:rPr>
              <a:t>"We should create an app that lets kids design their own birds and balloons!" suggested Max, his eyes twinkling with excitement.</a:t>
            </a:r>
            <a:endParaRPr sz="1500">
              <a:solidFill>
                <a:srgbClr val="3C78D8"/>
              </a:solidFill>
              <a:highlight>
                <a:schemeClr val="lt1"/>
              </a:highlight>
              <a:latin typeface="Poppins"/>
              <a:ea typeface="Poppins"/>
              <a:cs typeface="Poppins"/>
              <a:sym typeface="Poppins"/>
            </a:endParaRPr>
          </a:p>
          <a:p>
            <a:pPr indent="0" lvl="0" marL="0" rtl="0" algn="l">
              <a:spcBef>
                <a:spcPts val="0"/>
              </a:spcBef>
              <a:spcAft>
                <a:spcPts val="0"/>
              </a:spcAft>
              <a:buNone/>
            </a:pPr>
            <a:r>
              <a:t/>
            </a:r>
            <a:endParaRPr sz="1200">
              <a:solidFill>
                <a:srgbClr val="374151"/>
              </a:solidFill>
              <a:highlight>
                <a:srgbClr val="F7F7F8"/>
              </a:highlight>
              <a:latin typeface="Roboto"/>
              <a:ea typeface="Roboto"/>
              <a:cs typeface="Roboto"/>
              <a:sym typeface="Roboto"/>
            </a:endParaRPr>
          </a:p>
          <a:p>
            <a:pPr indent="0" lvl="0" marL="0" rtl="0" algn="l">
              <a:spcBef>
                <a:spcPts val="0"/>
              </a:spcBef>
              <a:spcAft>
                <a:spcPts val="0"/>
              </a:spcAft>
              <a:buNone/>
            </a:pPr>
            <a:r>
              <a:t/>
            </a:r>
            <a:endParaRPr sz="1200">
              <a:solidFill>
                <a:srgbClr val="374151"/>
              </a:solidFill>
              <a:highlight>
                <a:srgbClr val="F7F7F8"/>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200">
              <a:solidFill>
                <a:srgbClr val="374151"/>
              </a:solidFill>
              <a:highlight>
                <a:srgbClr val="F7F7F8"/>
              </a:highlight>
              <a:latin typeface="Roboto"/>
              <a:ea typeface="Roboto"/>
              <a:cs typeface="Roboto"/>
              <a:sym typeface="Roboto"/>
            </a:endParaRPr>
          </a:p>
          <a:p>
            <a:pPr indent="0" lvl="0" marL="0" rtl="0" algn="l">
              <a:spcBef>
                <a:spcPts val="0"/>
              </a:spcBef>
              <a:spcAft>
                <a:spcPts val="0"/>
              </a:spcAft>
              <a:buNone/>
            </a:pPr>
            <a:r>
              <a:t/>
            </a:r>
            <a:endParaRPr/>
          </a:p>
        </p:txBody>
      </p:sp>
      <p:pic>
        <p:nvPicPr>
          <p:cNvPr id="254" name="Google Shape;254;p20"/>
          <p:cNvPicPr preferRelativeResize="0"/>
          <p:nvPr/>
        </p:nvPicPr>
        <p:blipFill>
          <a:blip r:embed="rId3">
            <a:alphaModFix/>
          </a:blip>
          <a:stretch>
            <a:fillRect/>
          </a:stretch>
        </p:blipFill>
        <p:spPr>
          <a:xfrm>
            <a:off x="833625" y="2624100"/>
            <a:ext cx="2587101" cy="2159351"/>
          </a:xfrm>
          <a:prstGeom prst="rect">
            <a:avLst/>
          </a:prstGeom>
          <a:noFill/>
          <a:ln>
            <a:noFill/>
          </a:ln>
        </p:spPr>
      </p:pic>
      <p:pic>
        <p:nvPicPr>
          <p:cNvPr id="255" name="Google Shape;255;p20"/>
          <p:cNvPicPr preferRelativeResize="0"/>
          <p:nvPr/>
        </p:nvPicPr>
        <p:blipFill>
          <a:blip r:embed="rId4">
            <a:alphaModFix/>
          </a:blip>
          <a:stretch>
            <a:fillRect/>
          </a:stretch>
        </p:blipFill>
        <p:spPr>
          <a:xfrm>
            <a:off x="5669650" y="2400450"/>
            <a:ext cx="2293000" cy="23886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261" name="Google Shape;261;p21"/>
          <p:cNvGrpSpPr/>
          <p:nvPr/>
        </p:nvGrpSpPr>
        <p:grpSpPr>
          <a:xfrm>
            <a:off x="7469873" y="3817364"/>
            <a:ext cx="1674074" cy="1326259"/>
            <a:chOff x="-2" y="-1"/>
            <a:chExt cx="2837895" cy="2438424"/>
          </a:xfrm>
        </p:grpSpPr>
        <p:sp>
          <p:nvSpPr>
            <p:cNvPr id="262" name="Google Shape;262;p21"/>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263" name="Google Shape;263;p21"/>
            <p:cNvGrpSpPr/>
            <p:nvPr/>
          </p:nvGrpSpPr>
          <p:grpSpPr>
            <a:xfrm>
              <a:off x="-2" y="183652"/>
              <a:ext cx="2448159" cy="1884384"/>
              <a:chOff x="-1" y="-1"/>
              <a:chExt cx="2448159" cy="1884384"/>
            </a:xfrm>
          </p:grpSpPr>
          <p:sp>
            <p:nvSpPr>
              <p:cNvPr id="264" name="Google Shape;264;p21"/>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65" name="Google Shape;265;p21"/>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66" name="Google Shape;266;p21"/>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267" name="Google Shape;267;p21"/>
          <p:cNvGrpSpPr/>
          <p:nvPr/>
        </p:nvGrpSpPr>
        <p:grpSpPr>
          <a:xfrm>
            <a:off x="0" y="0"/>
            <a:ext cx="1540509" cy="1395081"/>
            <a:chOff x="-1" y="-1"/>
            <a:chExt cx="2539998" cy="2387610"/>
          </a:xfrm>
        </p:grpSpPr>
        <p:sp>
          <p:nvSpPr>
            <p:cNvPr id="268" name="Google Shape;268;p21"/>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269" name="Google Shape;269;p21"/>
            <p:cNvGrpSpPr/>
            <p:nvPr/>
          </p:nvGrpSpPr>
          <p:grpSpPr>
            <a:xfrm>
              <a:off x="180250" y="237004"/>
              <a:ext cx="2215000" cy="1884429"/>
              <a:chOff x="0" y="-1"/>
              <a:chExt cx="2215000" cy="1884429"/>
            </a:xfrm>
          </p:grpSpPr>
          <p:sp>
            <p:nvSpPr>
              <p:cNvPr id="270" name="Google Shape;270;p21"/>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71" name="Google Shape;271;p21"/>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72" name="Google Shape;272;p21"/>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273" name="Google Shape;273;p21"/>
          <p:cNvGrpSpPr/>
          <p:nvPr/>
        </p:nvGrpSpPr>
        <p:grpSpPr>
          <a:xfrm>
            <a:off x="-2" y="3951490"/>
            <a:ext cx="3141293" cy="1192012"/>
            <a:chOff x="-2" y="0"/>
            <a:chExt cx="5584520" cy="2119132"/>
          </a:xfrm>
        </p:grpSpPr>
        <p:sp>
          <p:nvSpPr>
            <p:cNvPr id="274" name="Google Shape;274;p21"/>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75" name="Google Shape;275;p21"/>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276" name="Google Shape;276;p21"/>
          <p:cNvSpPr txBox="1"/>
          <p:nvPr/>
        </p:nvSpPr>
        <p:spPr>
          <a:xfrm>
            <a:off x="689639" y="1302398"/>
            <a:ext cx="4817700" cy="3551700"/>
          </a:xfrm>
          <a:prstGeom prst="rect">
            <a:avLst/>
          </a:prstGeom>
          <a:noFill/>
          <a:ln>
            <a:noFill/>
          </a:ln>
        </p:spPr>
        <p:txBody>
          <a:bodyPr anchorCtr="0" anchor="t" bIns="51425" lIns="51425" spcFirstLastPara="1" rIns="51425" wrap="square" tIns="51425">
            <a:spAutoFit/>
          </a:bodyPr>
          <a:lstStyle/>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Hello (Name)</a:t>
            </a:r>
            <a:br>
              <a:rPr b="0" i="0" lang="en-GB" sz="1400" u="none" cap="none" strike="noStrike">
                <a:solidFill>
                  <a:schemeClr val="dk1"/>
                </a:solidFill>
                <a:latin typeface="Poppins"/>
                <a:ea typeface="Poppins"/>
                <a:cs typeface="Poppins"/>
                <a:sym typeface="Poppins"/>
              </a:rPr>
            </a:br>
            <a:r>
              <a:rPr b="0" i="0" lang="en-GB" sz="1400" u="none" cap="none" strike="noStrike">
                <a:solidFill>
                  <a:schemeClr val="dk1"/>
                </a:solidFill>
                <a:latin typeface="Poppins"/>
                <a:ea typeface="Poppins"/>
                <a:cs typeface="Poppins"/>
                <a:sym typeface="Poppins"/>
              </a:rPr>
              <a:t>How are you?</a:t>
            </a:r>
            <a:br>
              <a:rPr b="0" i="0" lang="en-GB" sz="1400" u="none" cap="none" strike="noStrike">
                <a:solidFill>
                  <a:schemeClr val="dk1"/>
                </a:solidFill>
                <a:latin typeface="Poppins"/>
                <a:ea typeface="Poppins"/>
                <a:cs typeface="Poppins"/>
                <a:sym typeface="Poppins"/>
              </a:rPr>
            </a:br>
            <a:r>
              <a:rPr b="0" i="0" lang="en-GB" sz="1400" u="none" cap="none" strike="noStrike">
                <a:solidFill>
                  <a:schemeClr val="dk1"/>
                </a:solidFill>
                <a:latin typeface="Poppins"/>
                <a:ea typeface="Poppins"/>
                <a:cs typeface="Poppins"/>
                <a:sym typeface="Poppins"/>
              </a:rPr>
              <a:t>What all did you do today ?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rgbClr val="B6D7A8"/>
                </a:highlight>
                <a:latin typeface="Poppins"/>
                <a:ea typeface="Poppins"/>
                <a:cs typeface="Poppins"/>
                <a:sym typeface="Poppins"/>
              </a:rPr>
              <a:t>Student replies</a:t>
            </a:r>
            <a:endParaRPr b="0" i="0" sz="1400" u="none" cap="none" strike="noStrike">
              <a:solidFill>
                <a:schemeClr val="dk1"/>
              </a:solidFill>
              <a:highlight>
                <a:srgbClr val="B6D7A8"/>
              </a:highlight>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So, do you remember what we have studied in the last class?</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highlight>
                  <a:srgbClr val="B6D7A8"/>
                </a:highlight>
                <a:latin typeface="Poppins"/>
                <a:ea typeface="Poppins"/>
                <a:cs typeface="Poppins"/>
                <a:sym typeface="Poppins"/>
              </a:rPr>
              <a:t>Student replies</a:t>
            </a:r>
            <a:endParaRPr b="0" i="0" sz="1400" u="none" cap="none" strike="noStrike">
              <a:solidFill>
                <a:schemeClr val="dk1"/>
              </a:solidFill>
              <a:highlight>
                <a:srgbClr val="B6D7A8"/>
              </a:highlight>
              <a:latin typeface="Poppins"/>
              <a:ea typeface="Poppins"/>
              <a:cs typeface="Poppins"/>
              <a:sym typeface="Poppins"/>
            </a:endParaRPr>
          </a:p>
          <a:p>
            <a:pPr indent="0" lvl="0" marL="0" marR="0" rtl="0" algn="l">
              <a:lnSpc>
                <a:spcPct val="100000"/>
              </a:lnSpc>
              <a:spcBef>
                <a:spcPts val="0"/>
              </a:spcBef>
              <a:spcAft>
                <a:spcPts val="0"/>
              </a:spcAft>
              <a:buClr>
                <a:schemeClr val="dk1"/>
              </a:buClr>
              <a:buSzPts val="1400"/>
              <a:buFont typeface="Arial"/>
              <a:buNone/>
            </a:pPr>
            <a:r>
              <a:rPr b="1" i="0" lang="en-GB" sz="1400" u="none" cap="none" strike="noStrike">
                <a:solidFill>
                  <a:schemeClr val="dk1"/>
                </a:solidFill>
                <a:latin typeface="Poppins"/>
                <a:ea typeface="Poppins"/>
                <a:cs typeface="Poppins"/>
                <a:sym typeface="Poppins"/>
              </a:rPr>
              <a:t>(If the student does not recollect, help the student revise the concepts from previous session.)</a:t>
            </a:r>
            <a:endParaRPr b="1"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Ok Great!! So, let us learn something new today!!  </a:t>
            </a:r>
            <a:endParaRPr b="0" i="0" sz="1400" u="none" cap="none" strike="noStrike">
              <a:solidFill>
                <a:schemeClr val="dk1"/>
              </a:solidFill>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OR</a:t>
            </a:r>
            <a:endParaRPr b="0" i="0" sz="1400" u="none" cap="none" strike="noStrike">
              <a:solidFill>
                <a:schemeClr val="dk1"/>
              </a:solidFill>
              <a:latin typeface="Poppins"/>
              <a:ea typeface="Poppins"/>
              <a:cs typeface="Poppins"/>
              <a:sym typeface="Poppins"/>
            </a:endParaRPr>
          </a:p>
          <a:p>
            <a:pPr indent="0" lvl="0" marL="0" marR="0" rtl="0" algn="just">
              <a:lnSpc>
                <a:spcPct val="100000"/>
              </a:lnSpc>
              <a:spcBef>
                <a:spcPts val="0"/>
              </a:spcBef>
              <a:spcAft>
                <a:spcPts val="0"/>
              </a:spcAft>
              <a:buClr>
                <a:schemeClr val="dk1"/>
              </a:buClr>
              <a:buSzPts val="1400"/>
              <a:buFont typeface="Arial"/>
              <a:buNone/>
            </a:pPr>
            <a:r>
              <a:rPr b="0" i="0" lang="en-GB" sz="1400" u="none" cap="none" strike="noStrike">
                <a:solidFill>
                  <a:schemeClr val="dk1"/>
                </a:solidFill>
                <a:latin typeface="Poppins"/>
                <a:ea typeface="Poppins"/>
                <a:cs typeface="Poppins"/>
                <a:sym typeface="Poppins"/>
              </a:rPr>
              <a:t>Ok Great!! So, let us continue the topic that we were studying in the last class.</a:t>
            </a:r>
            <a:endParaRPr b="0" i="0" sz="1400" u="none" cap="none" strike="noStrike">
              <a:solidFill>
                <a:schemeClr val="dk1"/>
              </a:solidFill>
              <a:latin typeface="Poppins"/>
              <a:ea typeface="Poppins"/>
              <a:cs typeface="Poppins"/>
              <a:sym typeface="Poppins"/>
            </a:endParaRPr>
          </a:p>
          <a:p>
            <a:pPr indent="0" lvl="0" marL="0" marR="0" rtl="0" algn="l">
              <a:lnSpc>
                <a:spcPct val="100000"/>
              </a:lnSpc>
              <a:spcBef>
                <a:spcPts val="0"/>
              </a:spcBef>
              <a:spcAft>
                <a:spcPts val="0"/>
              </a:spcAft>
              <a:buClr>
                <a:srgbClr val="000000"/>
              </a:buClr>
              <a:buSzPts val="1700"/>
              <a:buFont typeface="Arial"/>
              <a:buNone/>
            </a:pPr>
            <a:r>
              <a:t/>
            </a:r>
            <a:endParaRPr b="0" i="0" sz="1400" u="none" cap="none" strike="noStrike">
              <a:solidFill>
                <a:srgbClr val="000000"/>
              </a:solidFill>
              <a:latin typeface="Calibri"/>
              <a:ea typeface="Calibri"/>
              <a:cs typeface="Calibri"/>
              <a:sym typeface="Calibri"/>
            </a:endParaRPr>
          </a:p>
        </p:txBody>
      </p:sp>
      <p:sp>
        <p:nvSpPr>
          <p:cNvPr id="277" name="Google Shape;277;p21"/>
          <p:cNvSpPr txBox="1"/>
          <p:nvPr/>
        </p:nvSpPr>
        <p:spPr>
          <a:xfrm>
            <a:off x="2680945" y="58191"/>
            <a:ext cx="3627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Solution</a:t>
            </a:r>
            <a:endParaRPr b="0" i="0" sz="1500" u="none" cap="none" strike="noStrike">
              <a:solidFill>
                <a:srgbClr val="4260FD"/>
              </a:solidFill>
              <a:latin typeface="Poppins"/>
              <a:ea typeface="Poppins"/>
              <a:cs typeface="Poppins"/>
              <a:sym typeface="Poppins"/>
            </a:endParaRPr>
          </a:p>
        </p:txBody>
      </p:sp>
      <p:sp>
        <p:nvSpPr>
          <p:cNvPr id="278" name="Google Shape;278;p21"/>
          <p:cNvSpPr/>
          <p:nvPr/>
        </p:nvSpPr>
        <p:spPr>
          <a:xfrm>
            <a:off x="414425" y="546000"/>
            <a:ext cx="8315136" cy="4257414"/>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79" name="Google Shape;279;p21"/>
          <p:cNvSpPr txBox="1"/>
          <p:nvPr/>
        </p:nvSpPr>
        <p:spPr>
          <a:xfrm>
            <a:off x="608425" y="1070500"/>
            <a:ext cx="7927200" cy="4015500"/>
          </a:xfrm>
          <a:prstGeom prst="rect">
            <a:avLst/>
          </a:prstGeom>
          <a:noFill/>
          <a:ln>
            <a:noFill/>
          </a:ln>
        </p:spPr>
        <p:txBody>
          <a:bodyPr anchorCtr="0" anchor="t" bIns="51425" lIns="51425" spcFirstLastPara="1" rIns="51425" wrap="square" tIns="51425">
            <a:noAutofit/>
          </a:bodyPr>
          <a:lstStyle/>
          <a:p>
            <a:pPr indent="0" lvl="0" marL="0" marR="0" rtl="0" algn="l">
              <a:lnSpc>
                <a:spcPct val="115000"/>
              </a:lnSpc>
              <a:spcBef>
                <a:spcPts val="0"/>
              </a:spcBef>
              <a:spcAft>
                <a:spcPts val="1500"/>
              </a:spcAft>
              <a:buClr>
                <a:schemeClr val="dk1"/>
              </a:buClr>
              <a:buSzPts val="1100"/>
              <a:buFont typeface="Arial"/>
              <a:buNone/>
            </a:pPr>
            <a:r>
              <a:t/>
            </a:r>
            <a:endParaRPr b="0" i="0" sz="1500" u="none" cap="none" strike="noStrike">
              <a:solidFill>
                <a:srgbClr val="3C78D8"/>
              </a:solidFill>
              <a:latin typeface="Poppins"/>
              <a:ea typeface="Poppins"/>
              <a:cs typeface="Poppins"/>
              <a:sym typeface="Poppins"/>
            </a:endParaRPr>
          </a:p>
        </p:txBody>
      </p:sp>
      <p:sp>
        <p:nvSpPr>
          <p:cNvPr id="280" name="Google Shape;280;p21"/>
          <p:cNvSpPr txBox="1"/>
          <p:nvPr>
            <p:ph idx="12" type="sldNum"/>
          </p:nvPr>
        </p:nvSpPr>
        <p:spPr>
          <a:xfrm>
            <a:off x="8544790" y="4783454"/>
            <a:ext cx="142200" cy="1539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
        <p:nvSpPr>
          <p:cNvPr id="281" name="Google Shape;281;p21"/>
          <p:cNvSpPr txBox="1"/>
          <p:nvPr/>
        </p:nvSpPr>
        <p:spPr>
          <a:xfrm>
            <a:off x="1120550" y="1053250"/>
            <a:ext cx="6842100" cy="4155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1500"/>
              <a:buFont typeface="Arial"/>
              <a:buNone/>
            </a:pPr>
            <a:r>
              <a:t/>
            </a:r>
            <a:endParaRPr b="0" i="0" sz="1500" u="none" cap="none" strike="noStrike">
              <a:solidFill>
                <a:srgbClr val="3C78D8"/>
              </a:solidFill>
              <a:latin typeface="Poppins"/>
              <a:ea typeface="Poppins"/>
              <a:cs typeface="Poppins"/>
              <a:sym typeface="Poppins"/>
            </a:endParaRPr>
          </a:p>
        </p:txBody>
      </p:sp>
      <p:sp>
        <p:nvSpPr>
          <p:cNvPr id="282" name="Google Shape;282;p21"/>
          <p:cNvSpPr txBox="1"/>
          <p:nvPr/>
        </p:nvSpPr>
        <p:spPr>
          <a:xfrm>
            <a:off x="1114500" y="692850"/>
            <a:ext cx="7043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283" name="Google Shape;283;p21"/>
          <p:cNvSpPr txBox="1"/>
          <p:nvPr/>
        </p:nvSpPr>
        <p:spPr>
          <a:xfrm>
            <a:off x="781250" y="692850"/>
            <a:ext cx="7520700" cy="133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GB" sz="1500">
                <a:solidFill>
                  <a:srgbClr val="3C78D8"/>
                </a:solidFill>
                <a:highlight>
                  <a:schemeClr val="lt1"/>
                </a:highlight>
                <a:latin typeface="Poppins"/>
                <a:ea typeface="Poppins"/>
                <a:cs typeface="Poppins"/>
                <a:sym typeface="Poppins"/>
              </a:rPr>
              <a:t>Lily and Max's dream of combining their love for birds, balloons, and technology came true, bringing joy, wonder, and a touch of magic to children everywhere. The Birds and Balloons app became a timeless favorite, reminding everyone that with a little creativity, friendship, and love for nature, anything was possible in the whimsical world of Wonderland.</a:t>
            </a:r>
            <a:endParaRPr sz="2100">
              <a:solidFill>
                <a:srgbClr val="3C78D8"/>
              </a:solidFill>
              <a:highlight>
                <a:schemeClr val="lt1"/>
              </a:highlight>
              <a:latin typeface="Poppins"/>
              <a:ea typeface="Poppins"/>
              <a:cs typeface="Poppins"/>
              <a:sym typeface="Poppins"/>
            </a:endParaRPr>
          </a:p>
        </p:txBody>
      </p:sp>
      <p:sp>
        <p:nvSpPr>
          <p:cNvPr id="284" name="Google Shape;284;p21"/>
          <p:cNvSpPr txBox="1"/>
          <p:nvPr/>
        </p:nvSpPr>
        <p:spPr>
          <a:xfrm>
            <a:off x="1032575" y="366988"/>
            <a:ext cx="665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285" name="Google Shape;285;p21"/>
          <p:cNvPicPr preferRelativeResize="0"/>
          <p:nvPr/>
        </p:nvPicPr>
        <p:blipFill>
          <a:blip r:embed="rId3">
            <a:alphaModFix/>
          </a:blip>
          <a:stretch>
            <a:fillRect/>
          </a:stretch>
        </p:blipFill>
        <p:spPr>
          <a:xfrm>
            <a:off x="3229050" y="2032050"/>
            <a:ext cx="2980500" cy="2599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2"/>
          <p:cNvSpPr/>
          <p:nvPr/>
        </p:nvSpPr>
        <p:spPr>
          <a:xfrm>
            <a:off x="3947512" y="740933"/>
            <a:ext cx="1596294" cy="1471446"/>
          </a:xfrm>
          <a:custGeom>
            <a:rect b="b" l="l" r="r" t="t"/>
            <a:pathLst>
              <a:path extrusionOk="0" h="21600" w="21600">
                <a:moveTo>
                  <a:pt x="8780" y="21600"/>
                </a:moveTo>
                <a:lnTo>
                  <a:pt x="8310" y="21577"/>
                </a:lnTo>
                <a:lnTo>
                  <a:pt x="7850" y="21526"/>
                </a:lnTo>
                <a:lnTo>
                  <a:pt x="7400" y="21444"/>
                </a:lnTo>
                <a:lnTo>
                  <a:pt x="6961" y="21329"/>
                </a:lnTo>
                <a:lnTo>
                  <a:pt x="6532" y="21182"/>
                </a:lnTo>
                <a:lnTo>
                  <a:pt x="6116" y="21003"/>
                </a:lnTo>
                <a:lnTo>
                  <a:pt x="5711" y="20792"/>
                </a:lnTo>
                <a:lnTo>
                  <a:pt x="5318" y="20552"/>
                </a:lnTo>
                <a:lnTo>
                  <a:pt x="4938" y="20287"/>
                </a:lnTo>
                <a:lnTo>
                  <a:pt x="4569" y="19998"/>
                </a:lnTo>
                <a:lnTo>
                  <a:pt x="4212" y="19689"/>
                </a:lnTo>
                <a:lnTo>
                  <a:pt x="3868" y="19360"/>
                </a:lnTo>
                <a:lnTo>
                  <a:pt x="3537" y="19015"/>
                </a:lnTo>
                <a:lnTo>
                  <a:pt x="3218" y="18657"/>
                </a:lnTo>
                <a:lnTo>
                  <a:pt x="2911" y="18287"/>
                </a:lnTo>
                <a:lnTo>
                  <a:pt x="2618" y="17909"/>
                </a:lnTo>
                <a:lnTo>
                  <a:pt x="2337" y="17524"/>
                </a:lnTo>
                <a:lnTo>
                  <a:pt x="2044" y="17106"/>
                </a:lnTo>
                <a:lnTo>
                  <a:pt x="1767" y="16682"/>
                </a:lnTo>
                <a:lnTo>
                  <a:pt x="1507" y="16255"/>
                </a:lnTo>
                <a:lnTo>
                  <a:pt x="1263" y="15823"/>
                </a:lnTo>
                <a:lnTo>
                  <a:pt x="1039" y="15386"/>
                </a:lnTo>
                <a:lnTo>
                  <a:pt x="833" y="14947"/>
                </a:lnTo>
                <a:lnTo>
                  <a:pt x="648" y="14504"/>
                </a:lnTo>
                <a:lnTo>
                  <a:pt x="485" y="14057"/>
                </a:lnTo>
                <a:lnTo>
                  <a:pt x="343" y="13608"/>
                </a:lnTo>
                <a:lnTo>
                  <a:pt x="225" y="13156"/>
                </a:lnTo>
                <a:lnTo>
                  <a:pt x="130" y="12702"/>
                </a:lnTo>
                <a:lnTo>
                  <a:pt x="61" y="12246"/>
                </a:lnTo>
                <a:lnTo>
                  <a:pt x="18" y="11785"/>
                </a:lnTo>
                <a:lnTo>
                  <a:pt x="0" y="11324"/>
                </a:lnTo>
                <a:lnTo>
                  <a:pt x="7" y="10862"/>
                </a:lnTo>
                <a:lnTo>
                  <a:pt x="39" y="10400"/>
                </a:lnTo>
                <a:lnTo>
                  <a:pt x="93" y="9941"/>
                </a:lnTo>
                <a:lnTo>
                  <a:pt x="171" y="9483"/>
                </a:lnTo>
                <a:lnTo>
                  <a:pt x="270" y="9029"/>
                </a:lnTo>
                <a:lnTo>
                  <a:pt x="390" y="8578"/>
                </a:lnTo>
                <a:lnTo>
                  <a:pt x="530" y="8133"/>
                </a:lnTo>
                <a:lnTo>
                  <a:pt x="690" y="7693"/>
                </a:lnTo>
                <a:lnTo>
                  <a:pt x="869" y="7259"/>
                </a:lnTo>
                <a:lnTo>
                  <a:pt x="1065" y="6832"/>
                </a:lnTo>
                <a:lnTo>
                  <a:pt x="1282" y="6417"/>
                </a:lnTo>
                <a:lnTo>
                  <a:pt x="1517" y="6011"/>
                </a:lnTo>
                <a:lnTo>
                  <a:pt x="1769" y="5612"/>
                </a:lnTo>
                <a:lnTo>
                  <a:pt x="2037" y="5222"/>
                </a:lnTo>
                <a:lnTo>
                  <a:pt x="2321" y="4839"/>
                </a:lnTo>
                <a:lnTo>
                  <a:pt x="2622" y="4465"/>
                </a:lnTo>
                <a:lnTo>
                  <a:pt x="2938" y="4098"/>
                </a:lnTo>
                <a:lnTo>
                  <a:pt x="3269" y="3738"/>
                </a:lnTo>
                <a:lnTo>
                  <a:pt x="3616" y="3386"/>
                </a:lnTo>
                <a:lnTo>
                  <a:pt x="3977" y="3041"/>
                </a:lnTo>
                <a:lnTo>
                  <a:pt x="4352" y="2704"/>
                </a:lnTo>
                <a:lnTo>
                  <a:pt x="4741" y="2373"/>
                </a:lnTo>
                <a:lnTo>
                  <a:pt x="5109" y="2074"/>
                </a:lnTo>
                <a:lnTo>
                  <a:pt x="5489" y="1785"/>
                </a:lnTo>
                <a:lnTo>
                  <a:pt x="5879" y="1507"/>
                </a:lnTo>
                <a:lnTo>
                  <a:pt x="6278" y="1245"/>
                </a:lnTo>
                <a:lnTo>
                  <a:pt x="6685" y="999"/>
                </a:lnTo>
                <a:lnTo>
                  <a:pt x="7099" y="774"/>
                </a:lnTo>
                <a:lnTo>
                  <a:pt x="7519" y="572"/>
                </a:lnTo>
                <a:lnTo>
                  <a:pt x="7944" y="396"/>
                </a:lnTo>
                <a:lnTo>
                  <a:pt x="8372" y="248"/>
                </a:lnTo>
                <a:lnTo>
                  <a:pt x="8803" y="132"/>
                </a:lnTo>
                <a:lnTo>
                  <a:pt x="9235" y="50"/>
                </a:lnTo>
                <a:lnTo>
                  <a:pt x="9668" y="5"/>
                </a:lnTo>
                <a:lnTo>
                  <a:pt x="10099" y="0"/>
                </a:lnTo>
                <a:lnTo>
                  <a:pt x="10529" y="33"/>
                </a:lnTo>
                <a:lnTo>
                  <a:pt x="10959" y="106"/>
                </a:lnTo>
                <a:lnTo>
                  <a:pt x="11389" y="214"/>
                </a:lnTo>
                <a:lnTo>
                  <a:pt x="11820" y="354"/>
                </a:lnTo>
                <a:lnTo>
                  <a:pt x="12254" y="521"/>
                </a:lnTo>
                <a:lnTo>
                  <a:pt x="12691" y="712"/>
                </a:lnTo>
                <a:lnTo>
                  <a:pt x="13132" y="922"/>
                </a:lnTo>
                <a:lnTo>
                  <a:pt x="13579" y="1149"/>
                </a:lnTo>
                <a:lnTo>
                  <a:pt x="14032" y="1388"/>
                </a:lnTo>
                <a:lnTo>
                  <a:pt x="14960" y="1886"/>
                </a:lnTo>
                <a:lnTo>
                  <a:pt x="15437" y="2138"/>
                </a:lnTo>
                <a:lnTo>
                  <a:pt x="15924" y="2387"/>
                </a:lnTo>
                <a:lnTo>
                  <a:pt x="16386" y="2612"/>
                </a:lnTo>
                <a:lnTo>
                  <a:pt x="17784" y="3270"/>
                </a:lnTo>
                <a:lnTo>
                  <a:pt x="18240" y="3491"/>
                </a:lnTo>
                <a:lnTo>
                  <a:pt x="18684" y="3717"/>
                </a:lnTo>
                <a:lnTo>
                  <a:pt x="19112" y="3948"/>
                </a:lnTo>
                <a:lnTo>
                  <a:pt x="19519" y="4188"/>
                </a:lnTo>
                <a:lnTo>
                  <a:pt x="19901" y="4438"/>
                </a:lnTo>
                <a:lnTo>
                  <a:pt x="20254" y="4701"/>
                </a:lnTo>
                <a:lnTo>
                  <a:pt x="20572" y="4978"/>
                </a:lnTo>
                <a:lnTo>
                  <a:pt x="20853" y="5272"/>
                </a:lnTo>
                <a:lnTo>
                  <a:pt x="21091" y="5585"/>
                </a:lnTo>
                <a:lnTo>
                  <a:pt x="21282" y="5919"/>
                </a:lnTo>
                <a:lnTo>
                  <a:pt x="21427" y="6274"/>
                </a:lnTo>
                <a:lnTo>
                  <a:pt x="21526" y="6651"/>
                </a:lnTo>
                <a:lnTo>
                  <a:pt x="21582" y="7047"/>
                </a:lnTo>
                <a:lnTo>
                  <a:pt x="21600" y="7460"/>
                </a:lnTo>
                <a:lnTo>
                  <a:pt x="21585" y="7889"/>
                </a:lnTo>
                <a:lnTo>
                  <a:pt x="21541" y="8332"/>
                </a:lnTo>
                <a:lnTo>
                  <a:pt x="21473" y="8788"/>
                </a:lnTo>
                <a:lnTo>
                  <a:pt x="21385" y="9254"/>
                </a:lnTo>
                <a:lnTo>
                  <a:pt x="21282" y="9729"/>
                </a:lnTo>
                <a:lnTo>
                  <a:pt x="21167" y="10211"/>
                </a:lnTo>
                <a:lnTo>
                  <a:pt x="20923" y="11190"/>
                </a:lnTo>
                <a:lnTo>
                  <a:pt x="20803" y="11684"/>
                </a:lnTo>
                <a:lnTo>
                  <a:pt x="20689" y="12178"/>
                </a:lnTo>
                <a:lnTo>
                  <a:pt x="20588" y="12671"/>
                </a:lnTo>
                <a:lnTo>
                  <a:pt x="20494" y="13161"/>
                </a:lnTo>
                <a:lnTo>
                  <a:pt x="20319" y="14124"/>
                </a:lnTo>
                <a:lnTo>
                  <a:pt x="20231" y="14594"/>
                </a:lnTo>
                <a:lnTo>
                  <a:pt x="20138" y="15055"/>
                </a:lnTo>
                <a:lnTo>
                  <a:pt x="20038" y="15504"/>
                </a:lnTo>
                <a:lnTo>
                  <a:pt x="19928" y="15941"/>
                </a:lnTo>
                <a:lnTo>
                  <a:pt x="19804" y="16363"/>
                </a:lnTo>
                <a:lnTo>
                  <a:pt x="19664" y="16770"/>
                </a:lnTo>
                <a:lnTo>
                  <a:pt x="19505" y="17159"/>
                </a:lnTo>
                <a:lnTo>
                  <a:pt x="19323" y="17529"/>
                </a:lnTo>
                <a:lnTo>
                  <a:pt x="19115" y="17879"/>
                </a:lnTo>
                <a:lnTo>
                  <a:pt x="18879" y="18206"/>
                </a:lnTo>
                <a:lnTo>
                  <a:pt x="18590" y="18532"/>
                </a:lnTo>
                <a:lnTo>
                  <a:pt x="18267" y="18833"/>
                </a:lnTo>
                <a:lnTo>
                  <a:pt x="17912" y="19109"/>
                </a:lnTo>
                <a:lnTo>
                  <a:pt x="17529" y="19363"/>
                </a:lnTo>
                <a:lnTo>
                  <a:pt x="17120" y="19596"/>
                </a:lnTo>
                <a:lnTo>
                  <a:pt x="16688" y="19810"/>
                </a:lnTo>
                <a:lnTo>
                  <a:pt x="16237" y="20007"/>
                </a:lnTo>
                <a:lnTo>
                  <a:pt x="15768" y="20188"/>
                </a:lnTo>
                <a:lnTo>
                  <a:pt x="15285" y="20355"/>
                </a:lnTo>
                <a:lnTo>
                  <a:pt x="14790" y="20511"/>
                </a:lnTo>
                <a:lnTo>
                  <a:pt x="14287" y="20655"/>
                </a:lnTo>
                <a:lnTo>
                  <a:pt x="13778" y="20791"/>
                </a:lnTo>
                <a:lnTo>
                  <a:pt x="13266" y="20920"/>
                </a:lnTo>
                <a:lnTo>
                  <a:pt x="12754" y="21046"/>
                </a:lnTo>
                <a:lnTo>
                  <a:pt x="12244" y="21165"/>
                </a:lnTo>
                <a:lnTo>
                  <a:pt x="11736" y="21275"/>
                </a:lnTo>
                <a:lnTo>
                  <a:pt x="11230" y="21372"/>
                </a:lnTo>
                <a:lnTo>
                  <a:pt x="10729" y="21456"/>
                </a:lnTo>
                <a:lnTo>
                  <a:pt x="10232" y="21522"/>
                </a:lnTo>
                <a:lnTo>
                  <a:pt x="9741" y="21570"/>
                </a:lnTo>
                <a:lnTo>
                  <a:pt x="9257" y="21597"/>
                </a:lnTo>
                <a:lnTo>
                  <a:pt x="878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91" name="Google Shape;291;p22"/>
          <p:cNvSpPr/>
          <p:nvPr/>
        </p:nvSpPr>
        <p:spPr>
          <a:xfrm>
            <a:off x="307220" y="2833175"/>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92" name="Google Shape;292;p22"/>
          <p:cNvSpPr/>
          <p:nvPr/>
        </p:nvSpPr>
        <p:spPr>
          <a:xfrm>
            <a:off x="703436" y="3463222"/>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293" name="Google Shape;293;p22"/>
          <p:cNvSpPr/>
          <p:nvPr/>
        </p:nvSpPr>
        <p:spPr>
          <a:xfrm>
            <a:off x="1121568" y="329326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8" id="294" name="Google Shape;294;p22"/>
          <p:cNvPicPr preferRelativeResize="0"/>
          <p:nvPr/>
        </p:nvPicPr>
        <p:blipFill rotWithShape="1">
          <a:blip r:embed="rId3">
            <a:alphaModFix/>
          </a:blip>
          <a:srcRect b="0" l="0" r="0" t="0"/>
          <a:stretch/>
        </p:blipFill>
        <p:spPr>
          <a:xfrm>
            <a:off x="800100" y="2571750"/>
            <a:ext cx="64293" cy="64293"/>
          </a:xfrm>
          <a:prstGeom prst="rect">
            <a:avLst/>
          </a:prstGeom>
          <a:noFill/>
          <a:ln>
            <a:noFill/>
          </a:ln>
        </p:spPr>
      </p:pic>
      <p:pic>
        <p:nvPicPr>
          <p:cNvPr descr="object 9" id="295" name="Google Shape;295;p22"/>
          <p:cNvPicPr preferRelativeResize="0"/>
          <p:nvPr/>
        </p:nvPicPr>
        <p:blipFill rotWithShape="1">
          <a:blip r:embed="rId3">
            <a:alphaModFix/>
          </a:blip>
          <a:srcRect b="0" l="0" r="0" t="0"/>
          <a:stretch/>
        </p:blipFill>
        <p:spPr>
          <a:xfrm>
            <a:off x="921544" y="2571750"/>
            <a:ext cx="64293" cy="64293"/>
          </a:xfrm>
          <a:prstGeom prst="rect">
            <a:avLst/>
          </a:prstGeom>
          <a:noFill/>
          <a:ln>
            <a:noFill/>
          </a:ln>
        </p:spPr>
      </p:pic>
      <p:pic>
        <p:nvPicPr>
          <p:cNvPr descr="object 10" id="296" name="Google Shape;296;p22"/>
          <p:cNvPicPr preferRelativeResize="0"/>
          <p:nvPr/>
        </p:nvPicPr>
        <p:blipFill rotWithShape="1">
          <a:blip r:embed="rId3">
            <a:alphaModFix/>
          </a:blip>
          <a:srcRect b="0" l="0" r="0" t="0"/>
          <a:stretch/>
        </p:blipFill>
        <p:spPr>
          <a:xfrm>
            <a:off x="857250" y="2457450"/>
            <a:ext cx="64293" cy="64293"/>
          </a:xfrm>
          <a:prstGeom prst="rect">
            <a:avLst/>
          </a:prstGeom>
          <a:noFill/>
          <a:ln>
            <a:noFill/>
          </a:ln>
        </p:spPr>
      </p:pic>
      <p:grpSp>
        <p:nvGrpSpPr>
          <p:cNvPr id="297" name="Google Shape;297;p22"/>
          <p:cNvGrpSpPr/>
          <p:nvPr/>
        </p:nvGrpSpPr>
        <p:grpSpPr>
          <a:xfrm>
            <a:off x="-1" y="-1"/>
            <a:ext cx="2336020" cy="2278854"/>
            <a:chOff x="-1" y="-1"/>
            <a:chExt cx="4152924" cy="4051296"/>
          </a:xfrm>
        </p:grpSpPr>
        <p:sp>
          <p:nvSpPr>
            <p:cNvPr id="298" name="Google Shape;298;p22"/>
            <p:cNvSpPr/>
            <p:nvPr/>
          </p:nvSpPr>
          <p:spPr>
            <a:xfrm>
              <a:off x="-1" y="-1"/>
              <a:ext cx="4152924" cy="4051296"/>
            </a:xfrm>
            <a:custGeom>
              <a:rect b="b" l="l" r="r" t="t"/>
              <a:pathLst>
                <a:path extrusionOk="0" h="21600" w="21600">
                  <a:moveTo>
                    <a:pt x="8290" y="21600"/>
                  </a:moveTo>
                  <a:lnTo>
                    <a:pt x="7963" y="21596"/>
                  </a:lnTo>
                  <a:lnTo>
                    <a:pt x="7637" y="21584"/>
                  </a:lnTo>
                  <a:lnTo>
                    <a:pt x="7311" y="21563"/>
                  </a:lnTo>
                  <a:lnTo>
                    <a:pt x="6985" y="21534"/>
                  </a:lnTo>
                  <a:lnTo>
                    <a:pt x="6661" y="21497"/>
                  </a:lnTo>
                  <a:lnTo>
                    <a:pt x="6337" y="21452"/>
                  </a:lnTo>
                  <a:lnTo>
                    <a:pt x="6014" y="21399"/>
                  </a:lnTo>
                  <a:lnTo>
                    <a:pt x="5693" y="21338"/>
                  </a:lnTo>
                  <a:lnTo>
                    <a:pt x="5374" y="21268"/>
                  </a:lnTo>
                  <a:lnTo>
                    <a:pt x="5056" y="21191"/>
                  </a:lnTo>
                  <a:lnTo>
                    <a:pt x="4740" y="21106"/>
                  </a:lnTo>
                  <a:lnTo>
                    <a:pt x="4426" y="21012"/>
                  </a:lnTo>
                  <a:lnTo>
                    <a:pt x="4115" y="20911"/>
                  </a:lnTo>
                  <a:lnTo>
                    <a:pt x="3806" y="20802"/>
                  </a:lnTo>
                  <a:lnTo>
                    <a:pt x="3500" y="20686"/>
                  </a:lnTo>
                  <a:lnTo>
                    <a:pt x="3196" y="20561"/>
                  </a:lnTo>
                  <a:lnTo>
                    <a:pt x="2896" y="20429"/>
                  </a:lnTo>
                  <a:lnTo>
                    <a:pt x="2599" y="20290"/>
                  </a:lnTo>
                  <a:lnTo>
                    <a:pt x="2306" y="20143"/>
                  </a:lnTo>
                  <a:lnTo>
                    <a:pt x="2016" y="19989"/>
                  </a:lnTo>
                  <a:lnTo>
                    <a:pt x="1729" y="19827"/>
                  </a:lnTo>
                  <a:lnTo>
                    <a:pt x="1447" y="19659"/>
                  </a:lnTo>
                  <a:lnTo>
                    <a:pt x="1169" y="19483"/>
                  </a:lnTo>
                  <a:lnTo>
                    <a:pt x="895" y="19301"/>
                  </a:lnTo>
                  <a:lnTo>
                    <a:pt x="626" y="19111"/>
                  </a:lnTo>
                  <a:lnTo>
                    <a:pt x="361" y="18915"/>
                  </a:lnTo>
                  <a:lnTo>
                    <a:pt x="101" y="18712"/>
                  </a:lnTo>
                  <a:lnTo>
                    <a:pt x="0" y="18630"/>
                  </a:lnTo>
                  <a:lnTo>
                    <a:pt x="0" y="0"/>
                  </a:lnTo>
                  <a:lnTo>
                    <a:pt x="19103" y="0"/>
                  </a:lnTo>
                  <a:lnTo>
                    <a:pt x="19172" y="100"/>
                  </a:lnTo>
                  <a:lnTo>
                    <a:pt x="19357" y="376"/>
                  </a:lnTo>
                  <a:lnTo>
                    <a:pt x="19535" y="657"/>
                  </a:lnTo>
                  <a:lnTo>
                    <a:pt x="19706" y="942"/>
                  </a:lnTo>
                  <a:lnTo>
                    <a:pt x="19871" y="1231"/>
                  </a:lnTo>
                  <a:lnTo>
                    <a:pt x="20028" y="1524"/>
                  </a:lnTo>
                  <a:lnTo>
                    <a:pt x="20179" y="1822"/>
                  </a:lnTo>
                  <a:lnTo>
                    <a:pt x="20322" y="2123"/>
                  </a:lnTo>
                  <a:lnTo>
                    <a:pt x="20458" y="2427"/>
                  </a:lnTo>
                  <a:lnTo>
                    <a:pt x="20587" y="2735"/>
                  </a:lnTo>
                  <a:lnTo>
                    <a:pt x="20708" y="3046"/>
                  </a:lnTo>
                  <a:lnTo>
                    <a:pt x="20822" y="3360"/>
                  </a:lnTo>
                  <a:lnTo>
                    <a:pt x="20928" y="3676"/>
                  </a:lnTo>
                  <a:lnTo>
                    <a:pt x="21027" y="3995"/>
                  </a:lnTo>
                  <a:lnTo>
                    <a:pt x="21118" y="4317"/>
                  </a:lnTo>
                  <a:lnTo>
                    <a:pt x="21201" y="4641"/>
                  </a:lnTo>
                  <a:lnTo>
                    <a:pt x="21277" y="4967"/>
                  </a:lnTo>
                  <a:lnTo>
                    <a:pt x="21344" y="5294"/>
                  </a:lnTo>
                  <a:lnTo>
                    <a:pt x="21404" y="5624"/>
                  </a:lnTo>
                  <a:lnTo>
                    <a:pt x="21456" y="5954"/>
                  </a:lnTo>
                  <a:lnTo>
                    <a:pt x="21500" y="6286"/>
                  </a:lnTo>
                  <a:lnTo>
                    <a:pt x="21536" y="6619"/>
                  </a:lnTo>
                  <a:lnTo>
                    <a:pt x="21564" y="6952"/>
                  </a:lnTo>
                  <a:lnTo>
                    <a:pt x="21584" y="7287"/>
                  </a:lnTo>
                  <a:lnTo>
                    <a:pt x="21596" y="7621"/>
                  </a:lnTo>
                  <a:lnTo>
                    <a:pt x="21600" y="7956"/>
                  </a:lnTo>
                  <a:lnTo>
                    <a:pt x="21599" y="8124"/>
                  </a:lnTo>
                  <a:lnTo>
                    <a:pt x="21591" y="8458"/>
                  </a:lnTo>
                  <a:lnTo>
                    <a:pt x="21575" y="8793"/>
                  </a:lnTo>
                  <a:lnTo>
                    <a:pt x="21551" y="9127"/>
                  </a:lnTo>
                  <a:lnTo>
                    <a:pt x="21519" y="9460"/>
                  </a:lnTo>
                  <a:lnTo>
                    <a:pt x="21479" y="9792"/>
                  </a:lnTo>
                  <a:lnTo>
                    <a:pt x="21431" y="10124"/>
                  </a:lnTo>
                  <a:lnTo>
                    <a:pt x="21375" y="10453"/>
                  </a:lnTo>
                  <a:lnTo>
                    <a:pt x="21311" y="10782"/>
                  </a:lnTo>
                  <a:lnTo>
                    <a:pt x="21240" y="11109"/>
                  </a:lnTo>
                  <a:lnTo>
                    <a:pt x="21160" y="11433"/>
                  </a:lnTo>
                  <a:lnTo>
                    <a:pt x="21073" y="11756"/>
                  </a:lnTo>
                  <a:lnTo>
                    <a:pt x="20978" y="12077"/>
                  </a:lnTo>
                  <a:lnTo>
                    <a:pt x="20876" y="12395"/>
                  </a:lnTo>
                  <a:lnTo>
                    <a:pt x="20766" y="12710"/>
                  </a:lnTo>
                  <a:lnTo>
                    <a:pt x="20648" y="13022"/>
                  </a:lnTo>
                  <a:lnTo>
                    <a:pt x="20523" y="13332"/>
                  </a:lnTo>
                  <a:lnTo>
                    <a:pt x="20391" y="13638"/>
                  </a:lnTo>
                  <a:lnTo>
                    <a:pt x="20251" y="13941"/>
                  </a:lnTo>
                  <a:lnTo>
                    <a:pt x="20104" y="14240"/>
                  </a:lnTo>
                  <a:lnTo>
                    <a:pt x="19950" y="14535"/>
                  </a:lnTo>
                  <a:lnTo>
                    <a:pt x="19789" y="14826"/>
                  </a:lnTo>
                  <a:lnTo>
                    <a:pt x="19622" y="15114"/>
                  </a:lnTo>
                  <a:lnTo>
                    <a:pt x="19447" y="15396"/>
                  </a:lnTo>
                  <a:lnTo>
                    <a:pt x="19265" y="15675"/>
                  </a:lnTo>
                  <a:lnTo>
                    <a:pt x="19077" y="15949"/>
                  </a:lnTo>
                  <a:lnTo>
                    <a:pt x="18883" y="16218"/>
                  </a:lnTo>
                  <a:lnTo>
                    <a:pt x="18682" y="16482"/>
                  </a:lnTo>
                  <a:lnTo>
                    <a:pt x="18474" y="16740"/>
                  </a:lnTo>
                  <a:lnTo>
                    <a:pt x="18261" y="16994"/>
                  </a:lnTo>
                  <a:lnTo>
                    <a:pt x="18042" y="17242"/>
                  </a:lnTo>
                  <a:lnTo>
                    <a:pt x="17816" y="17485"/>
                  </a:lnTo>
                  <a:lnTo>
                    <a:pt x="17585" y="17721"/>
                  </a:lnTo>
                  <a:lnTo>
                    <a:pt x="17349" y="17952"/>
                  </a:lnTo>
                  <a:lnTo>
                    <a:pt x="17107" y="18177"/>
                  </a:lnTo>
                  <a:lnTo>
                    <a:pt x="16859" y="18396"/>
                  </a:lnTo>
                  <a:lnTo>
                    <a:pt x="16607" y="18608"/>
                  </a:lnTo>
                  <a:lnTo>
                    <a:pt x="16349" y="18814"/>
                  </a:lnTo>
                  <a:lnTo>
                    <a:pt x="16087" y="19014"/>
                  </a:lnTo>
                  <a:lnTo>
                    <a:pt x="15820" y="19207"/>
                  </a:lnTo>
                  <a:lnTo>
                    <a:pt x="15548" y="19393"/>
                  </a:lnTo>
                  <a:lnTo>
                    <a:pt x="15272" y="19572"/>
                  </a:lnTo>
                  <a:lnTo>
                    <a:pt x="14992" y="19744"/>
                  </a:lnTo>
                  <a:lnTo>
                    <a:pt x="14708" y="19909"/>
                  </a:lnTo>
                  <a:lnTo>
                    <a:pt x="14420" y="20067"/>
                  </a:lnTo>
                  <a:lnTo>
                    <a:pt x="14128" y="20218"/>
                  </a:lnTo>
                  <a:lnTo>
                    <a:pt x="13833" y="20361"/>
                  </a:lnTo>
                  <a:lnTo>
                    <a:pt x="13534" y="20496"/>
                  </a:lnTo>
                  <a:lnTo>
                    <a:pt x="13232" y="20625"/>
                  </a:lnTo>
                  <a:lnTo>
                    <a:pt x="12927" y="20745"/>
                  </a:lnTo>
                  <a:lnTo>
                    <a:pt x="12620" y="20858"/>
                  </a:lnTo>
                  <a:lnTo>
                    <a:pt x="12310" y="20963"/>
                  </a:lnTo>
                  <a:lnTo>
                    <a:pt x="11997" y="21060"/>
                  </a:lnTo>
                  <a:lnTo>
                    <a:pt x="11682" y="21149"/>
                  </a:lnTo>
                  <a:lnTo>
                    <a:pt x="11365" y="21231"/>
                  </a:lnTo>
                  <a:lnTo>
                    <a:pt x="11047" y="21304"/>
                  </a:lnTo>
                  <a:lnTo>
                    <a:pt x="10726" y="21369"/>
                  </a:lnTo>
                  <a:lnTo>
                    <a:pt x="10404" y="21427"/>
                  </a:lnTo>
                  <a:lnTo>
                    <a:pt x="10081" y="21476"/>
                  </a:lnTo>
                  <a:lnTo>
                    <a:pt x="9757" y="21517"/>
                  </a:lnTo>
                  <a:lnTo>
                    <a:pt x="9432" y="21550"/>
                  </a:lnTo>
                  <a:lnTo>
                    <a:pt x="9106" y="21574"/>
                  </a:lnTo>
                  <a:lnTo>
                    <a:pt x="8780" y="21591"/>
                  </a:lnTo>
                  <a:lnTo>
                    <a:pt x="8453" y="21599"/>
                  </a:lnTo>
                  <a:lnTo>
                    <a:pt x="829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299" name="Google Shape;299;p22"/>
            <p:cNvGrpSpPr/>
            <p:nvPr/>
          </p:nvGrpSpPr>
          <p:grpSpPr>
            <a:xfrm>
              <a:off x="250176" y="40155"/>
              <a:ext cx="2448159" cy="3473930"/>
              <a:chOff x="0" y="0"/>
              <a:chExt cx="2448159" cy="3473930"/>
            </a:xfrm>
          </p:grpSpPr>
          <p:sp>
            <p:nvSpPr>
              <p:cNvPr id="300" name="Google Shape;300;p22"/>
              <p:cNvSpPr/>
              <p:nvPr/>
            </p:nvSpPr>
            <p:spPr>
              <a:xfrm>
                <a:off x="0" y="0"/>
                <a:ext cx="540918" cy="563328"/>
              </a:xfrm>
              <a:custGeom>
                <a:rect b="b" l="l" r="r" t="t"/>
                <a:pathLst>
                  <a:path extrusionOk="0" h="21600" w="21600">
                    <a:moveTo>
                      <a:pt x="21600" y="8169"/>
                    </a:moveTo>
                    <a:lnTo>
                      <a:pt x="12987" y="8461"/>
                    </a:lnTo>
                    <a:lnTo>
                      <a:pt x="10364" y="0"/>
                    </a:lnTo>
                    <a:lnTo>
                      <a:pt x="7669" y="8915"/>
                    </a:lnTo>
                    <a:lnTo>
                      <a:pt x="0" y="8916"/>
                    </a:lnTo>
                    <a:lnTo>
                      <a:pt x="6094" y="13469"/>
                    </a:lnTo>
                    <a:lnTo>
                      <a:pt x="2677" y="21600"/>
                    </a:lnTo>
                    <a:lnTo>
                      <a:pt x="10741" y="16167"/>
                    </a:lnTo>
                    <a:lnTo>
                      <a:pt x="18518"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01" name="Google Shape;301;p22"/>
              <p:cNvSpPr/>
              <p:nvPr/>
            </p:nvSpPr>
            <p:spPr>
              <a:xfrm>
                <a:off x="270039" y="1491577"/>
                <a:ext cx="377244" cy="392850"/>
              </a:xfrm>
              <a:custGeom>
                <a:rect b="b" l="l" r="r" t="t"/>
                <a:pathLst>
                  <a:path extrusionOk="0" h="21600" w="21600">
                    <a:moveTo>
                      <a:pt x="21600" y="8169"/>
                    </a:moveTo>
                    <a:lnTo>
                      <a:pt x="12986" y="8461"/>
                    </a:lnTo>
                    <a:lnTo>
                      <a:pt x="10364" y="0"/>
                    </a:lnTo>
                    <a:lnTo>
                      <a:pt x="7669" y="8915"/>
                    </a:lnTo>
                    <a:lnTo>
                      <a:pt x="0" y="8915"/>
                    </a:lnTo>
                    <a:lnTo>
                      <a:pt x="6094" y="13469"/>
                    </a:lnTo>
                    <a:lnTo>
                      <a:pt x="2677" y="21600"/>
                    </a:lnTo>
                    <a:lnTo>
                      <a:pt x="10741" y="16167"/>
                    </a:lnTo>
                    <a:lnTo>
                      <a:pt x="18517" y="21600"/>
                    </a:lnTo>
                    <a:lnTo>
                      <a:pt x="14916"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02" name="Google Shape;302;p22"/>
              <p:cNvSpPr/>
              <p:nvPr/>
            </p:nvSpPr>
            <p:spPr>
              <a:xfrm>
                <a:off x="631063" y="3077516"/>
                <a:ext cx="380646" cy="396414"/>
              </a:xfrm>
              <a:custGeom>
                <a:rect b="b" l="l" r="r" t="t"/>
                <a:pathLst>
                  <a:path extrusionOk="0" h="21600" w="21600">
                    <a:moveTo>
                      <a:pt x="21600" y="8170"/>
                    </a:moveTo>
                    <a:lnTo>
                      <a:pt x="12986" y="8461"/>
                    </a:lnTo>
                    <a:lnTo>
                      <a:pt x="10365" y="0"/>
                    </a:lnTo>
                    <a:lnTo>
                      <a:pt x="7669" y="8916"/>
                    </a:lnTo>
                    <a:lnTo>
                      <a:pt x="0" y="8916"/>
                    </a:lnTo>
                    <a:lnTo>
                      <a:pt x="6095" y="13469"/>
                    </a:lnTo>
                    <a:lnTo>
                      <a:pt x="2677" y="21600"/>
                    </a:lnTo>
                    <a:lnTo>
                      <a:pt x="10741" y="16167"/>
                    </a:lnTo>
                    <a:lnTo>
                      <a:pt x="18518" y="21599"/>
                    </a:lnTo>
                    <a:lnTo>
                      <a:pt x="14917" y="13014"/>
                    </a:lnTo>
                    <a:lnTo>
                      <a:pt x="21600" y="817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03" name="Google Shape;303;p22"/>
              <p:cNvSpPr/>
              <p:nvPr/>
            </p:nvSpPr>
            <p:spPr>
              <a:xfrm>
                <a:off x="1806207" y="317423"/>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pic>
          <p:nvPicPr>
            <p:cNvPr descr="object 14" id="304" name="Google Shape;304;p22"/>
            <p:cNvPicPr preferRelativeResize="0"/>
            <p:nvPr/>
          </p:nvPicPr>
          <p:blipFill rotWithShape="1">
            <a:blip r:embed="rId3">
              <a:alphaModFix/>
            </a:blip>
            <a:srcRect b="0" l="0" r="0" t="0"/>
            <a:stretch/>
          </p:blipFill>
          <p:spPr>
            <a:xfrm>
              <a:off x="3873501" y="1003299"/>
              <a:ext cx="114301" cy="114301"/>
            </a:xfrm>
            <a:prstGeom prst="rect">
              <a:avLst/>
            </a:prstGeom>
            <a:noFill/>
            <a:ln>
              <a:noFill/>
            </a:ln>
          </p:spPr>
        </p:pic>
      </p:grpSp>
      <p:pic>
        <p:nvPicPr>
          <p:cNvPr descr="object 15" id="305" name="Google Shape;305;p22"/>
          <p:cNvPicPr preferRelativeResize="0"/>
          <p:nvPr/>
        </p:nvPicPr>
        <p:blipFill rotWithShape="1">
          <a:blip r:embed="rId3">
            <a:alphaModFix/>
          </a:blip>
          <a:srcRect b="0" l="0" r="0" t="0"/>
          <a:stretch/>
        </p:blipFill>
        <p:spPr>
          <a:xfrm>
            <a:off x="2514600" y="107156"/>
            <a:ext cx="64293" cy="64293"/>
          </a:xfrm>
          <a:prstGeom prst="rect">
            <a:avLst/>
          </a:prstGeom>
          <a:noFill/>
          <a:ln>
            <a:noFill/>
          </a:ln>
        </p:spPr>
      </p:pic>
      <p:pic>
        <p:nvPicPr>
          <p:cNvPr descr="object 16" id="306" name="Google Shape;306;p22"/>
          <p:cNvPicPr preferRelativeResize="0"/>
          <p:nvPr/>
        </p:nvPicPr>
        <p:blipFill rotWithShape="1">
          <a:blip r:embed="rId3">
            <a:alphaModFix/>
          </a:blip>
          <a:srcRect b="0" l="0" r="0" t="0"/>
          <a:stretch/>
        </p:blipFill>
        <p:spPr>
          <a:xfrm>
            <a:off x="3093244" y="207169"/>
            <a:ext cx="64293" cy="64293"/>
          </a:xfrm>
          <a:prstGeom prst="rect">
            <a:avLst/>
          </a:prstGeom>
          <a:noFill/>
          <a:ln>
            <a:noFill/>
          </a:ln>
        </p:spPr>
      </p:pic>
      <p:sp>
        <p:nvSpPr>
          <p:cNvPr id="307" name="Google Shape;307;p22"/>
          <p:cNvSpPr/>
          <p:nvPr/>
        </p:nvSpPr>
        <p:spPr>
          <a:xfrm>
            <a:off x="621506" y="403621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308" name="Google Shape;308;p22"/>
          <p:cNvGrpSpPr/>
          <p:nvPr/>
        </p:nvGrpSpPr>
        <p:grpSpPr>
          <a:xfrm>
            <a:off x="7547699" y="3557588"/>
            <a:ext cx="1596313" cy="1585909"/>
            <a:chOff x="-2" y="0"/>
            <a:chExt cx="2837890" cy="2819394"/>
          </a:xfrm>
        </p:grpSpPr>
        <p:sp>
          <p:nvSpPr>
            <p:cNvPr id="309" name="Google Shape;309;p22"/>
            <p:cNvSpPr/>
            <p:nvPr/>
          </p:nvSpPr>
          <p:spPr>
            <a:xfrm>
              <a:off x="56564" y="0"/>
              <a:ext cx="2781324" cy="2819394"/>
            </a:xfrm>
            <a:custGeom>
              <a:rect b="b" l="l" r="r" t="t"/>
              <a:pathLst>
                <a:path extrusionOk="0" h="21600" w="21600">
                  <a:moveTo>
                    <a:pt x="21600" y="21600"/>
                  </a:moveTo>
                  <a:lnTo>
                    <a:pt x="2067" y="21600"/>
                  </a:lnTo>
                  <a:lnTo>
                    <a:pt x="2056" y="21582"/>
                  </a:lnTo>
                  <a:lnTo>
                    <a:pt x="1877" y="21280"/>
                  </a:lnTo>
                  <a:lnTo>
                    <a:pt x="1706" y="20973"/>
                  </a:lnTo>
                  <a:lnTo>
                    <a:pt x="1543" y="20663"/>
                  </a:lnTo>
                  <a:lnTo>
                    <a:pt x="1387" y="20348"/>
                  </a:lnTo>
                  <a:lnTo>
                    <a:pt x="1240" y="20030"/>
                  </a:lnTo>
                  <a:lnTo>
                    <a:pt x="1100" y="19709"/>
                  </a:lnTo>
                  <a:lnTo>
                    <a:pt x="968" y="19384"/>
                  </a:lnTo>
                  <a:lnTo>
                    <a:pt x="845" y="19056"/>
                  </a:lnTo>
                  <a:lnTo>
                    <a:pt x="729" y="18725"/>
                  </a:lnTo>
                  <a:lnTo>
                    <a:pt x="622" y="18392"/>
                  </a:lnTo>
                  <a:lnTo>
                    <a:pt x="523" y="18056"/>
                  </a:lnTo>
                  <a:lnTo>
                    <a:pt x="433" y="17718"/>
                  </a:lnTo>
                  <a:lnTo>
                    <a:pt x="351" y="17377"/>
                  </a:lnTo>
                  <a:lnTo>
                    <a:pt x="278" y="17035"/>
                  </a:lnTo>
                  <a:lnTo>
                    <a:pt x="213" y="16691"/>
                  </a:lnTo>
                  <a:lnTo>
                    <a:pt x="156" y="16346"/>
                  </a:lnTo>
                  <a:lnTo>
                    <a:pt x="109" y="15999"/>
                  </a:lnTo>
                  <a:lnTo>
                    <a:pt x="70" y="15651"/>
                  </a:lnTo>
                  <a:lnTo>
                    <a:pt x="39" y="15303"/>
                  </a:lnTo>
                  <a:lnTo>
                    <a:pt x="17" y="14953"/>
                  </a:lnTo>
                  <a:lnTo>
                    <a:pt x="4" y="14604"/>
                  </a:lnTo>
                  <a:lnTo>
                    <a:pt x="0" y="14254"/>
                  </a:lnTo>
                  <a:lnTo>
                    <a:pt x="1" y="14079"/>
                  </a:lnTo>
                  <a:lnTo>
                    <a:pt x="10" y="13729"/>
                  </a:lnTo>
                  <a:lnTo>
                    <a:pt x="27" y="13380"/>
                  </a:lnTo>
                  <a:lnTo>
                    <a:pt x="53" y="13031"/>
                  </a:lnTo>
                  <a:lnTo>
                    <a:pt x="88" y="12683"/>
                  </a:lnTo>
                  <a:lnTo>
                    <a:pt x="131" y="12336"/>
                  </a:lnTo>
                  <a:lnTo>
                    <a:pt x="183" y="11990"/>
                  </a:lnTo>
                  <a:lnTo>
                    <a:pt x="244" y="11645"/>
                  </a:lnTo>
                  <a:lnTo>
                    <a:pt x="313" y="11302"/>
                  </a:lnTo>
                  <a:lnTo>
                    <a:pt x="391" y="10961"/>
                  </a:lnTo>
                  <a:lnTo>
                    <a:pt x="477" y="10621"/>
                  </a:lnTo>
                  <a:lnTo>
                    <a:pt x="572" y="10284"/>
                  </a:lnTo>
                  <a:lnTo>
                    <a:pt x="675" y="9949"/>
                  </a:lnTo>
                  <a:lnTo>
                    <a:pt x="786" y="9617"/>
                  </a:lnTo>
                  <a:lnTo>
                    <a:pt x="905" y="9288"/>
                  </a:lnTo>
                  <a:lnTo>
                    <a:pt x="1033" y="8961"/>
                  </a:lnTo>
                  <a:lnTo>
                    <a:pt x="1169" y="8638"/>
                  </a:lnTo>
                  <a:lnTo>
                    <a:pt x="1312" y="8318"/>
                  </a:lnTo>
                  <a:lnTo>
                    <a:pt x="1464" y="8002"/>
                  </a:lnTo>
                  <a:lnTo>
                    <a:pt x="1624" y="7690"/>
                  </a:lnTo>
                  <a:lnTo>
                    <a:pt x="1791" y="7381"/>
                  </a:lnTo>
                  <a:lnTo>
                    <a:pt x="1965" y="7077"/>
                  </a:lnTo>
                  <a:lnTo>
                    <a:pt x="2148" y="6777"/>
                  </a:lnTo>
                  <a:lnTo>
                    <a:pt x="2338" y="6481"/>
                  </a:lnTo>
                  <a:lnTo>
                    <a:pt x="2535" y="6190"/>
                  </a:lnTo>
                  <a:lnTo>
                    <a:pt x="2739" y="5904"/>
                  </a:lnTo>
                  <a:lnTo>
                    <a:pt x="2950" y="5623"/>
                  </a:lnTo>
                  <a:lnTo>
                    <a:pt x="3168" y="5347"/>
                  </a:lnTo>
                  <a:lnTo>
                    <a:pt x="3393" y="5077"/>
                  </a:lnTo>
                  <a:lnTo>
                    <a:pt x="3625" y="4812"/>
                  </a:lnTo>
                  <a:lnTo>
                    <a:pt x="3863" y="4553"/>
                  </a:lnTo>
                  <a:lnTo>
                    <a:pt x="4107" y="4299"/>
                  </a:lnTo>
                  <a:lnTo>
                    <a:pt x="4358" y="4052"/>
                  </a:lnTo>
                  <a:lnTo>
                    <a:pt x="4615" y="3811"/>
                  </a:lnTo>
                  <a:lnTo>
                    <a:pt x="4878" y="3576"/>
                  </a:lnTo>
                  <a:lnTo>
                    <a:pt x="5146" y="3347"/>
                  </a:lnTo>
                  <a:lnTo>
                    <a:pt x="5421" y="3125"/>
                  </a:lnTo>
                  <a:lnTo>
                    <a:pt x="5700" y="2910"/>
                  </a:lnTo>
                  <a:lnTo>
                    <a:pt x="5985" y="2702"/>
                  </a:lnTo>
                  <a:lnTo>
                    <a:pt x="6275" y="2500"/>
                  </a:lnTo>
                  <a:lnTo>
                    <a:pt x="6570" y="2306"/>
                  </a:lnTo>
                  <a:lnTo>
                    <a:pt x="6869" y="2119"/>
                  </a:lnTo>
                  <a:lnTo>
                    <a:pt x="7174" y="1939"/>
                  </a:lnTo>
                  <a:lnTo>
                    <a:pt x="7482" y="1767"/>
                  </a:lnTo>
                  <a:lnTo>
                    <a:pt x="7795" y="1602"/>
                  </a:lnTo>
                  <a:lnTo>
                    <a:pt x="8112" y="1444"/>
                  </a:lnTo>
                  <a:lnTo>
                    <a:pt x="8432" y="1295"/>
                  </a:lnTo>
                  <a:lnTo>
                    <a:pt x="8756" y="1153"/>
                  </a:lnTo>
                  <a:lnTo>
                    <a:pt x="9084" y="1019"/>
                  </a:lnTo>
                  <a:lnTo>
                    <a:pt x="9415" y="893"/>
                  </a:lnTo>
                  <a:lnTo>
                    <a:pt x="9749" y="775"/>
                  </a:lnTo>
                  <a:lnTo>
                    <a:pt x="10086" y="666"/>
                  </a:lnTo>
                  <a:lnTo>
                    <a:pt x="10425" y="564"/>
                  </a:lnTo>
                  <a:lnTo>
                    <a:pt x="10767" y="471"/>
                  </a:lnTo>
                  <a:lnTo>
                    <a:pt x="11111" y="386"/>
                  </a:lnTo>
                  <a:lnTo>
                    <a:pt x="11457" y="309"/>
                  </a:lnTo>
                  <a:lnTo>
                    <a:pt x="11805" y="241"/>
                  </a:lnTo>
                  <a:lnTo>
                    <a:pt x="12154" y="181"/>
                  </a:lnTo>
                  <a:lnTo>
                    <a:pt x="12505" y="130"/>
                  </a:lnTo>
                  <a:lnTo>
                    <a:pt x="12857" y="87"/>
                  </a:lnTo>
                  <a:lnTo>
                    <a:pt x="13210" y="53"/>
                  </a:lnTo>
                  <a:lnTo>
                    <a:pt x="13563" y="27"/>
                  </a:lnTo>
                  <a:lnTo>
                    <a:pt x="13917" y="10"/>
                  </a:lnTo>
                  <a:lnTo>
                    <a:pt x="14272" y="1"/>
                  </a:lnTo>
                  <a:lnTo>
                    <a:pt x="14449" y="0"/>
                  </a:lnTo>
                  <a:lnTo>
                    <a:pt x="14627" y="1"/>
                  </a:lnTo>
                  <a:lnTo>
                    <a:pt x="14981" y="10"/>
                  </a:lnTo>
                  <a:lnTo>
                    <a:pt x="15335" y="27"/>
                  </a:lnTo>
                  <a:lnTo>
                    <a:pt x="15689" y="53"/>
                  </a:lnTo>
                  <a:lnTo>
                    <a:pt x="16042" y="87"/>
                  </a:lnTo>
                  <a:lnTo>
                    <a:pt x="16394" y="130"/>
                  </a:lnTo>
                  <a:lnTo>
                    <a:pt x="16745" y="181"/>
                  </a:lnTo>
                  <a:lnTo>
                    <a:pt x="17094" y="241"/>
                  </a:lnTo>
                  <a:lnTo>
                    <a:pt x="17442" y="309"/>
                  </a:lnTo>
                  <a:lnTo>
                    <a:pt x="17788" y="386"/>
                  </a:lnTo>
                  <a:lnTo>
                    <a:pt x="18132" y="471"/>
                  </a:lnTo>
                  <a:lnTo>
                    <a:pt x="18474" y="564"/>
                  </a:lnTo>
                  <a:lnTo>
                    <a:pt x="18813" y="666"/>
                  </a:lnTo>
                  <a:lnTo>
                    <a:pt x="19150" y="775"/>
                  </a:lnTo>
                  <a:lnTo>
                    <a:pt x="19484" y="893"/>
                  </a:lnTo>
                  <a:lnTo>
                    <a:pt x="19815" y="1019"/>
                  </a:lnTo>
                  <a:lnTo>
                    <a:pt x="20142" y="1153"/>
                  </a:lnTo>
                  <a:lnTo>
                    <a:pt x="20466" y="1295"/>
                  </a:lnTo>
                  <a:lnTo>
                    <a:pt x="20787" y="1444"/>
                  </a:lnTo>
                  <a:lnTo>
                    <a:pt x="21104" y="1602"/>
                  </a:lnTo>
                  <a:lnTo>
                    <a:pt x="21417" y="1767"/>
                  </a:lnTo>
                  <a:lnTo>
                    <a:pt x="21600" y="1868"/>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310" name="Google Shape;310;p22"/>
            <p:cNvGrpSpPr/>
            <p:nvPr/>
          </p:nvGrpSpPr>
          <p:grpSpPr>
            <a:xfrm>
              <a:off x="-2" y="564652"/>
              <a:ext cx="2448159" cy="1884384"/>
              <a:chOff x="-1" y="-1"/>
              <a:chExt cx="2448159" cy="1884384"/>
            </a:xfrm>
          </p:grpSpPr>
          <p:sp>
            <p:nvSpPr>
              <p:cNvPr id="311" name="Google Shape;311;p22"/>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12" name="Google Shape;312;p22"/>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13" name="Google Shape;313;p22"/>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pic>
        <p:nvPicPr>
          <p:cNvPr descr="object 25" id="314" name="Google Shape;314;p22"/>
          <p:cNvPicPr preferRelativeResize="0"/>
          <p:nvPr/>
        </p:nvPicPr>
        <p:blipFill rotWithShape="1">
          <a:blip r:embed="rId3">
            <a:alphaModFix/>
          </a:blip>
          <a:srcRect b="0" l="0" r="0" t="0"/>
          <a:stretch/>
        </p:blipFill>
        <p:spPr>
          <a:xfrm>
            <a:off x="8201114" y="2321719"/>
            <a:ext cx="64295" cy="64293"/>
          </a:xfrm>
          <a:prstGeom prst="rect">
            <a:avLst/>
          </a:prstGeom>
          <a:noFill/>
          <a:ln>
            <a:noFill/>
          </a:ln>
        </p:spPr>
      </p:pic>
      <p:pic>
        <p:nvPicPr>
          <p:cNvPr descr="object 26" id="315" name="Google Shape;315;p22"/>
          <p:cNvPicPr preferRelativeResize="0"/>
          <p:nvPr/>
        </p:nvPicPr>
        <p:blipFill rotWithShape="1">
          <a:blip r:embed="rId3">
            <a:alphaModFix/>
          </a:blip>
          <a:srcRect b="0" l="0" r="0" t="0"/>
          <a:stretch/>
        </p:blipFill>
        <p:spPr>
          <a:xfrm>
            <a:off x="8079670" y="2321719"/>
            <a:ext cx="64295" cy="64293"/>
          </a:xfrm>
          <a:prstGeom prst="rect">
            <a:avLst/>
          </a:prstGeom>
          <a:noFill/>
          <a:ln>
            <a:noFill/>
          </a:ln>
        </p:spPr>
      </p:pic>
      <p:pic>
        <p:nvPicPr>
          <p:cNvPr descr="object 27" id="316" name="Google Shape;316;p22"/>
          <p:cNvPicPr preferRelativeResize="0"/>
          <p:nvPr/>
        </p:nvPicPr>
        <p:blipFill rotWithShape="1">
          <a:blip r:embed="rId3">
            <a:alphaModFix/>
          </a:blip>
          <a:srcRect b="0" l="0" r="0" t="0"/>
          <a:stretch/>
        </p:blipFill>
        <p:spPr>
          <a:xfrm>
            <a:off x="8143964" y="2436019"/>
            <a:ext cx="64295" cy="64293"/>
          </a:xfrm>
          <a:prstGeom prst="rect">
            <a:avLst/>
          </a:prstGeom>
          <a:noFill/>
          <a:ln>
            <a:noFill/>
          </a:ln>
        </p:spPr>
      </p:pic>
      <p:pic>
        <p:nvPicPr>
          <p:cNvPr descr="object 28" id="317" name="Google Shape;317;p22"/>
          <p:cNvPicPr preferRelativeResize="0"/>
          <p:nvPr/>
        </p:nvPicPr>
        <p:blipFill rotWithShape="1">
          <a:blip r:embed="rId3">
            <a:alphaModFix/>
          </a:blip>
          <a:srcRect b="0" l="0" r="0" t="0"/>
          <a:stretch/>
        </p:blipFill>
        <p:spPr>
          <a:xfrm>
            <a:off x="6822368" y="4329113"/>
            <a:ext cx="64295" cy="64293"/>
          </a:xfrm>
          <a:prstGeom prst="rect">
            <a:avLst/>
          </a:prstGeom>
          <a:noFill/>
          <a:ln>
            <a:noFill/>
          </a:ln>
        </p:spPr>
      </p:pic>
      <p:pic>
        <p:nvPicPr>
          <p:cNvPr descr="object 29" id="318" name="Google Shape;318;p22"/>
          <p:cNvPicPr preferRelativeResize="0"/>
          <p:nvPr/>
        </p:nvPicPr>
        <p:blipFill rotWithShape="1">
          <a:blip r:embed="rId3">
            <a:alphaModFix/>
          </a:blip>
          <a:srcRect b="0" l="0" r="0" t="0"/>
          <a:stretch/>
        </p:blipFill>
        <p:spPr>
          <a:xfrm>
            <a:off x="6486612" y="4786313"/>
            <a:ext cx="64295" cy="64293"/>
          </a:xfrm>
          <a:prstGeom prst="rect">
            <a:avLst/>
          </a:prstGeom>
          <a:noFill/>
          <a:ln>
            <a:noFill/>
          </a:ln>
        </p:spPr>
      </p:pic>
      <p:pic>
        <p:nvPicPr>
          <p:cNvPr descr="object 30" id="319" name="Google Shape;319;p22"/>
          <p:cNvPicPr preferRelativeResize="0"/>
          <p:nvPr/>
        </p:nvPicPr>
        <p:blipFill rotWithShape="1">
          <a:blip r:embed="rId3">
            <a:alphaModFix/>
          </a:blip>
          <a:srcRect b="0" l="0" r="0" t="0"/>
          <a:stretch/>
        </p:blipFill>
        <p:spPr>
          <a:xfrm>
            <a:off x="5907968" y="4686300"/>
            <a:ext cx="64295" cy="64293"/>
          </a:xfrm>
          <a:prstGeom prst="rect">
            <a:avLst/>
          </a:prstGeom>
          <a:noFill/>
          <a:ln>
            <a:noFill/>
          </a:ln>
        </p:spPr>
      </p:pic>
      <p:sp>
        <p:nvSpPr>
          <p:cNvPr id="320" name="Google Shape;320;p22"/>
          <p:cNvSpPr txBox="1"/>
          <p:nvPr/>
        </p:nvSpPr>
        <p:spPr>
          <a:xfrm>
            <a:off x="2762274" y="2263796"/>
            <a:ext cx="3627000" cy="446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i="0" lang="en-GB" sz="2900" u="none" cap="none" strike="noStrike">
                <a:solidFill>
                  <a:srgbClr val="0066FF"/>
                </a:solidFill>
                <a:latin typeface="Poppins"/>
                <a:ea typeface="Poppins"/>
                <a:cs typeface="Poppins"/>
                <a:sym typeface="Poppins"/>
              </a:rPr>
              <a:t>Teacher</a:t>
            </a:r>
            <a:r>
              <a:rPr b="1" lang="en-GB" sz="2900">
                <a:solidFill>
                  <a:srgbClr val="0066FF"/>
                </a:solidFill>
                <a:latin typeface="Poppins"/>
                <a:ea typeface="Poppins"/>
                <a:cs typeface="Poppins"/>
                <a:sym typeface="Poppins"/>
              </a:rPr>
              <a:t>’s</a:t>
            </a:r>
            <a:r>
              <a:rPr b="1" i="0" lang="en-GB" sz="2900" u="none" cap="none" strike="noStrike">
                <a:solidFill>
                  <a:srgbClr val="0066FF"/>
                </a:solidFill>
                <a:latin typeface="Poppins"/>
                <a:ea typeface="Poppins"/>
                <a:cs typeface="Poppins"/>
                <a:sym typeface="Poppins"/>
              </a:rPr>
              <a:t> Activity</a:t>
            </a:r>
            <a:endParaRPr b="0" i="0" sz="800" u="none" cap="none" strike="noStrike">
              <a:solidFill>
                <a:srgbClr val="000000"/>
              </a:solidFill>
              <a:latin typeface="Arial"/>
              <a:ea typeface="Arial"/>
              <a:cs typeface="Arial"/>
              <a:sym typeface="Arial"/>
            </a:endParaRPr>
          </a:p>
        </p:txBody>
      </p:sp>
      <p:sp>
        <p:nvSpPr>
          <p:cNvPr id="321" name="Google Shape;321;p22"/>
          <p:cNvSpPr txBox="1"/>
          <p:nvPr/>
        </p:nvSpPr>
        <p:spPr>
          <a:xfrm>
            <a:off x="3899967" y="1268831"/>
            <a:ext cx="1691400" cy="415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7C849"/>
              </a:buClr>
              <a:buSzPts val="3800"/>
              <a:buFont typeface="Poppins"/>
              <a:buNone/>
            </a:pPr>
            <a:r>
              <a:rPr lang="en-GB" sz="2700">
                <a:solidFill>
                  <a:srgbClr val="F7C849"/>
                </a:solidFill>
                <a:latin typeface="Poppins"/>
                <a:ea typeface="Poppins"/>
                <a:cs typeface="Poppins"/>
                <a:sym typeface="Poppins"/>
              </a:rPr>
              <a:t>05 </a:t>
            </a:r>
            <a:r>
              <a:rPr b="0" i="0" lang="en-GB" sz="2700" u="none" cap="none" strike="noStrike">
                <a:solidFill>
                  <a:srgbClr val="F7C849"/>
                </a:solidFill>
                <a:latin typeface="Poppins"/>
                <a:ea typeface="Poppins"/>
                <a:cs typeface="Poppins"/>
                <a:sym typeface="Poppins"/>
              </a:rPr>
              <a:t>mins</a:t>
            </a:r>
            <a:endParaRPr b="0" i="0" sz="2700" u="none" cap="none" strike="noStrike">
              <a:solidFill>
                <a:srgbClr val="000000"/>
              </a:solidFill>
              <a:latin typeface="Arial"/>
              <a:ea typeface="Arial"/>
              <a:cs typeface="Arial"/>
              <a:sym typeface="Arial"/>
            </a:endParaRPr>
          </a:p>
        </p:txBody>
      </p:sp>
      <p:sp>
        <p:nvSpPr>
          <p:cNvPr id="322" name="Google Shape;322;p22"/>
          <p:cNvSpPr txBox="1"/>
          <p:nvPr/>
        </p:nvSpPr>
        <p:spPr>
          <a:xfrm>
            <a:off x="3394650" y="3155425"/>
            <a:ext cx="2850300" cy="307800"/>
          </a:xfrm>
          <a:prstGeom prst="rect">
            <a:avLst/>
          </a:prstGeom>
          <a:noFill/>
          <a:ln>
            <a:noFill/>
          </a:ln>
        </p:spPr>
        <p:txBody>
          <a:bodyPr anchorCtr="0" anchor="t" bIns="0" lIns="0" spcFirstLastPara="1" rIns="0" wrap="square" tIns="0">
            <a:spAutoFit/>
          </a:bodyPr>
          <a:lstStyle/>
          <a:p>
            <a:pPr indent="0" lvl="0" marL="0" rtl="0" algn="l">
              <a:spcBef>
                <a:spcPts val="700"/>
              </a:spcBef>
              <a:spcAft>
                <a:spcPts val="0"/>
              </a:spcAft>
              <a:buClr>
                <a:schemeClr val="dk1"/>
              </a:buClr>
              <a:buSzPts val="600"/>
              <a:buFont typeface="Arial"/>
              <a:buNone/>
            </a:pPr>
            <a:r>
              <a:rPr b="1" lang="en-GB" sz="2000" u="sng">
                <a:solidFill>
                  <a:schemeClr val="hlink"/>
                </a:solidFill>
                <a:latin typeface="Poppins"/>
                <a:ea typeface="Poppins"/>
                <a:cs typeface="Poppins"/>
                <a:sym typeface="Poppins"/>
                <a:hlinkClick r:id="rId4"/>
              </a:rPr>
              <a:t>Bird and the Balloons</a:t>
            </a:r>
            <a:endParaRPr b="1" sz="2000">
              <a:solidFill>
                <a:schemeClr val="dk1"/>
              </a:solidFill>
              <a:latin typeface="Poppins"/>
              <a:ea typeface="Poppins"/>
              <a:cs typeface="Poppins"/>
              <a:sym typeface="Poppins"/>
            </a:endParaRPr>
          </a:p>
        </p:txBody>
      </p:sp>
      <p:sp>
        <p:nvSpPr>
          <p:cNvPr id="323" name="Google Shape;323;p22"/>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3"/>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329" name="Google Shape;329;p23"/>
          <p:cNvGrpSpPr/>
          <p:nvPr/>
        </p:nvGrpSpPr>
        <p:grpSpPr>
          <a:xfrm>
            <a:off x="0" y="0"/>
            <a:ext cx="1540509" cy="1395081"/>
            <a:chOff x="-1" y="-1"/>
            <a:chExt cx="2539998" cy="2387610"/>
          </a:xfrm>
        </p:grpSpPr>
        <p:sp>
          <p:nvSpPr>
            <p:cNvPr id="330" name="Google Shape;330;p23"/>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331" name="Google Shape;331;p23"/>
            <p:cNvGrpSpPr/>
            <p:nvPr/>
          </p:nvGrpSpPr>
          <p:grpSpPr>
            <a:xfrm>
              <a:off x="180250" y="237004"/>
              <a:ext cx="2215000" cy="1884429"/>
              <a:chOff x="0" y="-1"/>
              <a:chExt cx="2215000" cy="1884429"/>
            </a:xfrm>
          </p:grpSpPr>
          <p:sp>
            <p:nvSpPr>
              <p:cNvPr id="332" name="Google Shape;332;p23"/>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33" name="Google Shape;333;p23"/>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34" name="Google Shape;334;p23"/>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335" name="Google Shape;335;p23"/>
          <p:cNvGrpSpPr/>
          <p:nvPr/>
        </p:nvGrpSpPr>
        <p:grpSpPr>
          <a:xfrm>
            <a:off x="7469873" y="3853757"/>
            <a:ext cx="1674074" cy="1326259"/>
            <a:chOff x="-2" y="-1"/>
            <a:chExt cx="2837895" cy="2438424"/>
          </a:xfrm>
        </p:grpSpPr>
        <p:sp>
          <p:nvSpPr>
            <p:cNvPr id="336" name="Google Shape;336;p23"/>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337" name="Google Shape;337;p23"/>
            <p:cNvGrpSpPr/>
            <p:nvPr/>
          </p:nvGrpSpPr>
          <p:grpSpPr>
            <a:xfrm>
              <a:off x="-2" y="183652"/>
              <a:ext cx="2448159" cy="1884384"/>
              <a:chOff x="-1" y="-1"/>
              <a:chExt cx="2448159" cy="1884384"/>
            </a:xfrm>
          </p:grpSpPr>
          <p:sp>
            <p:nvSpPr>
              <p:cNvPr id="338" name="Google Shape;338;p23"/>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39" name="Google Shape;339;p23"/>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40" name="Google Shape;340;p23"/>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341" name="Google Shape;341;p23"/>
          <p:cNvSpPr/>
          <p:nvPr/>
        </p:nvSpPr>
        <p:spPr>
          <a:xfrm>
            <a:off x="237875" y="740150"/>
            <a:ext cx="8525196" cy="3947508"/>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9144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rPr lang="en-GB" sz="1500">
                <a:solidFill>
                  <a:srgbClr val="3C78D8"/>
                </a:solidFill>
                <a:latin typeface="Poppins"/>
                <a:ea typeface="Poppins"/>
                <a:cs typeface="Poppins"/>
                <a:sym typeface="Poppins"/>
              </a:rPr>
              <a:t>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p:txBody>
      </p:sp>
      <p:grpSp>
        <p:nvGrpSpPr>
          <p:cNvPr id="342" name="Google Shape;342;p23"/>
          <p:cNvGrpSpPr/>
          <p:nvPr/>
        </p:nvGrpSpPr>
        <p:grpSpPr>
          <a:xfrm>
            <a:off x="-2" y="3951490"/>
            <a:ext cx="3141293" cy="1192012"/>
            <a:chOff x="-2" y="0"/>
            <a:chExt cx="5584520" cy="2119132"/>
          </a:xfrm>
        </p:grpSpPr>
        <p:sp>
          <p:nvSpPr>
            <p:cNvPr id="343" name="Google Shape;343;p23"/>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44" name="Google Shape;344;p23"/>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345" name="Google Shape;345;p23"/>
          <p:cNvSpPr txBox="1"/>
          <p:nvPr/>
        </p:nvSpPr>
        <p:spPr>
          <a:xfrm>
            <a:off x="1409125" y="211525"/>
            <a:ext cx="6991200" cy="384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66FF"/>
              </a:buClr>
              <a:buSzPts val="2900"/>
              <a:buFont typeface="Poppins"/>
              <a:buNone/>
            </a:pPr>
            <a:r>
              <a:rPr b="1" lang="en-GB" sz="2200">
                <a:solidFill>
                  <a:srgbClr val="0066FF"/>
                </a:solidFill>
                <a:latin typeface="Poppins"/>
                <a:ea typeface="Poppins"/>
                <a:cs typeface="Poppins"/>
                <a:sym typeface="Poppins"/>
              </a:rPr>
              <a:t>                                     </a:t>
            </a:r>
            <a:r>
              <a:rPr b="1" lang="en-GB" sz="2500">
                <a:solidFill>
                  <a:srgbClr val="0066FF"/>
                </a:solidFill>
                <a:latin typeface="Poppins"/>
                <a:ea typeface="Poppins"/>
                <a:cs typeface="Poppins"/>
                <a:sym typeface="Poppins"/>
              </a:rPr>
              <a:t>Variables</a:t>
            </a:r>
            <a:endParaRPr b="1" sz="2500">
              <a:solidFill>
                <a:srgbClr val="0066FF"/>
              </a:solidFill>
              <a:latin typeface="Poppins"/>
              <a:ea typeface="Poppins"/>
              <a:cs typeface="Poppins"/>
              <a:sym typeface="Poppins"/>
            </a:endParaRPr>
          </a:p>
        </p:txBody>
      </p:sp>
      <p:sp>
        <p:nvSpPr>
          <p:cNvPr id="346" name="Google Shape;346;p23"/>
          <p:cNvSpPr txBox="1"/>
          <p:nvPr/>
        </p:nvSpPr>
        <p:spPr>
          <a:xfrm>
            <a:off x="4277400" y="1400200"/>
            <a:ext cx="3486300" cy="400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a:solidFill>
                <a:srgbClr val="3C78D8"/>
              </a:solidFill>
              <a:latin typeface="Poppins"/>
              <a:ea typeface="Poppins"/>
              <a:cs typeface="Poppins"/>
              <a:sym typeface="Poppins"/>
            </a:endParaRPr>
          </a:p>
        </p:txBody>
      </p:sp>
      <p:sp>
        <p:nvSpPr>
          <p:cNvPr id="347" name="Google Shape;347;p23"/>
          <p:cNvSpPr txBox="1"/>
          <p:nvPr/>
        </p:nvSpPr>
        <p:spPr>
          <a:xfrm>
            <a:off x="4459325" y="1506800"/>
            <a:ext cx="3213300" cy="400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a:p>
        </p:txBody>
      </p:sp>
      <p:sp>
        <p:nvSpPr>
          <p:cNvPr id="348" name="Google Shape;348;p23"/>
          <p:cNvSpPr txBox="1"/>
          <p:nvPr/>
        </p:nvSpPr>
        <p:spPr>
          <a:xfrm>
            <a:off x="4848750" y="1467100"/>
            <a:ext cx="39804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349" name="Google Shape;349;p23"/>
          <p:cNvSpPr txBox="1"/>
          <p:nvPr/>
        </p:nvSpPr>
        <p:spPr>
          <a:xfrm>
            <a:off x="547100" y="4287450"/>
            <a:ext cx="838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p>
        </p:txBody>
      </p:sp>
      <p:sp>
        <p:nvSpPr>
          <p:cNvPr id="350" name="Google Shape;350;p23"/>
          <p:cNvSpPr txBox="1"/>
          <p:nvPr/>
        </p:nvSpPr>
        <p:spPr>
          <a:xfrm>
            <a:off x="1029025" y="3533163"/>
            <a:ext cx="69429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351" name="Google Shape;351;p23"/>
          <p:cNvSpPr txBox="1"/>
          <p:nvPr/>
        </p:nvSpPr>
        <p:spPr>
          <a:xfrm>
            <a:off x="4132475" y="2211775"/>
            <a:ext cx="414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52" name="Google Shape;352;p23"/>
          <p:cNvSpPr txBox="1"/>
          <p:nvPr/>
        </p:nvSpPr>
        <p:spPr>
          <a:xfrm>
            <a:off x="3390225" y="1882600"/>
            <a:ext cx="5439000" cy="631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500">
              <a:solidFill>
                <a:srgbClr val="3C78D8"/>
              </a:solidFill>
              <a:latin typeface="Poppins"/>
              <a:ea typeface="Poppins"/>
              <a:cs typeface="Poppins"/>
              <a:sym typeface="Poppins"/>
            </a:endParaRPr>
          </a:p>
          <a:p>
            <a:pPr indent="0" lvl="0" marL="0" rtl="0" algn="l">
              <a:spcBef>
                <a:spcPts val="0"/>
              </a:spcBef>
              <a:spcAft>
                <a:spcPts val="0"/>
              </a:spcAft>
              <a:buNone/>
            </a:pPr>
            <a:r>
              <a:t/>
            </a:r>
            <a:endParaRPr/>
          </a:p>
        </p:txBody>
      </p:sp>
      <p:sp>
        <p:nvSpPr>
          <p:cNvPr id="353" name="Google Shape;353;p23"/>
          <p:cNvSpPr txBox="1"/>
          <p:nvPr/>
        </p:nvSpPr>
        <p:spPr>
          <a:xfrm>
            <a:off x="584175" y="837125"/>
            <a:ext cx="81789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500"/>
              </a:spcBef>
              <a:spcAft>
                <a:spcPts val="1500"/>
              </a:spcAft>
              <a:buNone/>
            </a:pPr>
            <a:r>
              <a:t/>
            </a:r>
            <a:endParaRPr>
              <a:solidFill>
                <a:schemeClr val="dk1"/>
              </a:solidFill>
            </a:endParaRPr>
          </a:p>
        </p:txBody>
      </p:sp>
      <p:sp>
        <p:nvSpPr>
          <p:cNvPr id="354" name="Google Shape;354;p23"/>
          <p:cNvSpPr txBox="1"/>
          <p:nvPr/>
        </p:nvSpPr>
        <p:spPr>
          <a:xfrm>
            <a:off x="411225" y="1269575"/>
            <a:ext cx="8111100" cy="220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500">
                <a:solidFill>
                  <a:srgbClr val="3C78D8"/>
                </a:solidFill>
                <a:latin typeface="Poppins"/>
                <a:ea typeface="Poppins"/>
                <a:cs typeface="Poppins"/>
                <a:sym typeface="Poppins"/>
              </a:rPr>
              <a:t>Variables are like magic containers that can hold different values. They are just like your shoe rack at home, where you can keep your favorite pairs of shoes. You can change the shoes whenever you want and place them on any shelf you like.</a:t>
            </a:r>
            <a:endParaRPr sz="1500">
              <a:solidFill>
                <a:srgbClr val="3C78D8"/>
              </a:solidFill>
              <a:latin typeface="Poppins"/>
              <a:ea typeface="Poppins"/>
              <a:cs typeface="Poppins"/>
              <a:sym typeface="Poppins"/>
            </a:endParaRPr>
          </a:p>
          <a:p>
            <a:pPr indent="0" lvl="0" marL="0" rtl="0" algn="l">
              <a:lnSpc>
                <a:spcPct val="115000"/>
              </a:lnSpc>
              <a:spcBef>
                <a:spcPts val="1500"/>
              </a:spcBef>
              <a:spcAft>
                <a:spcPts val="0"/>
              </a:spcAft>
              <a:buClr>
                <a:schemeClr val="dk1"/>
              </a:buClr>
              <a:buSzPts val="1100"/>
              <a:buFont typeface="Arial"/>
              <a:buNone/>
            </a:pPr>
            <a:r>
              <a:rPr lang="en-GB" sz="1500">
                <a:solidFill>
                  <a:srgbClr val="3C78D8"/>
                </a:solidFill>
                <a:latin typeface="Poppins"/>
                <a:ea typeface="Poppins"/>
                <a:cs typeface="Poppins"/>
                <a:sym typeface="Poppins"/>
              </a:rPr>
              <a:t>In the same way, variables are like your own special rack, where you can store different values. It's like having a superpower to update the values whenever you need.</a:t>
            </a:r>
            <a:endParaRPr sz="1500">
              <a:solidFill>
                <a:srgbClr val="3C78D8"/>
              </a:solidFill>
              <a:latin typeface="Poppins"/>
              <a:ea typeface="Poppins"/>
              <a:cs typeface="Poppins"/>
              <a:sym typeface="Poppins"/>
            </a:endParaRPr>
          </a:p>
          <a:p>
            <a:pPr indent="0" lvl="0" marL="0" rtl="0" algn="just">
              <a:lnSpc>
                <a:spcPct val="115000"/>
              </a:lnSpc>
              <a:spcBef>
                <a:spcPts val="0"/>
              </a:spcBef>
              <a:spcAft>
                <a:spcPts val="0"/>
              </a:spcAft>
              <a:buClr>
                <a:schemeClr val="dk1"/>
              </a:buClr>
              <a:buSzPts val="1100"/>
              <a:buFont typeface="Arial"/>
              <a:buNone/>
            </a:pPr>
            <a:r>
              <a:t/>
            </a:r>
            <a:endParaRPr b="1" sz="1500">
              <a:solidFill>
                <a:schemeClr val="dk1"/>
              </a:solidFill>
              <a:latin typeface="Poppins"/>
              <a:ea typeface="Poppins"/>
              <a:cs typeface="Poppins"/>
              <a:sym typeface="Poppins"/>
            </a:endParaRPr>
          </a:p>
        </p:txBody>
      </p:sp>
      <p:pic>
        <p:nvPicPr>
          <p:cNvPr id="355" name="Google Shape;355;p23"/>
          <p:cNvPicPr preferRelativeResize="0"/>
          <p:nvPr/>
        </p:nvPicPr>
        <p:blipFill>
          <a:blip r:embed="rId3">
            <a:alphaModFix/>
          </a:blip>
          <a:stretch>
            <a:fillRect/>
          </a:stretch>
        </p:blipFill>
        <p:spPr>
          <a:xfrm>
            <a:off x="4626075" y="3344613"/>
            <a:ext cx="3152775" cy="13430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4"/>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361" name="Google Shape;361;p24"/>
          <p:cNvGrpSpPr/>
          <p:nvPr/>
        </p:nvGrpSpPr>
        <p:grpSpPr>
          <a:xfrm>
            <a:off x="0" y="0"/>
            <a:ext cx="1540509" cy="1395081"/>
            <a:chOff x="-1" y="-1"/>
            <a:chExt cx="2539998" cy="2387610"/>
          </a:xfrm>
        </p:grpSpPr>
        <p:sp>
          <p:nvSpPr>
            <p:cNvPr id="362" name="Google Shape;362;p24"/>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363" name="Google Shape;363;p24"/>
            <p:cNvGrpSpPr/>
            <p:nvPr/>
          </p:nvGrpSpPr>
          <p:grpSpPr>
            <a:xfrm>
              <a:off x="180250" y="237004"/>
              <a:ext cx="2215000" cy="1884429"/>
              <a:chOff x="0" y="-1"/>
              <a:chExt cx="2215000" cy="1884429"/>
            </a:xfrm>
          </p:grpSpPr>
          <p:sp>
            <p:nvSpPr>
              <p:cNvPr id="364" name="Google Shape;364;p24"/>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65" name="Google Shape;365;p24"/>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66" name="Google Shape;366;p24"/>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367" name="Google Shape;367;p24"/>
          <p:cNvGrpSpPr/>
          <p:nvPr/>
        </p:nvGrpSpPr>
        <p:grpSpPr>
          <a:xfrm>
            <a:off x="7469873" y="3853757"/>
            <a:ext cx="1674074" cy="1326259"/>
            <a:chOff x="-2" y="-1"/>
            <a:chExt cx="2837895" cy="2438424"/>
          </a:xfrm>
        </p:grpSpPr>
        <p:sp>
          <p:nvSpPr>
            <p:cNvPr id="368" name="Google Shape;368;p24"/>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369" name="Google Shape;369;p24"/>
            <p:cNvGrpSpPr/>
            <p:nvPr/>
          </p:nvGrpSpPr>
          <p:grpSpPr>
            <a:xfrm>
              <a:off x="-2" y="183652"/>
              <a:ext cx="2448159" cy="1884384"/>
              <a:chOff x="-1" y="-1"/>
              <a:chExt cx="2448159" cy="1884384"/>
            </a:xfrm>
          </p:grpSpPr>
          <p:sp>
            <p:nvSpPr>
              <p:cNvPr id="370" name="Google Shape;370;p24"/>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71" name="Google Shape;371;p24"/>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72" name="Google Shape;372;p24"/>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373" name="Google Shape;373;p24"/>
          <p:cNvSpPr/>
          <p:nvPr/>
        </p:nvSpPr>
        <p:spPr>
          <a:xfrm>
            <a:off x="237875" y="740150"/>
            <a:ext cx="8525196" cy="3947508"/>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9144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rPr lang="en-GB" sz="1500">
                <a:solidFill>
                  <a:srgbClr val="3C78D8"/>
                </a:solidFill>
                <a:latin typeface="Poppins"/>
                <a:ea typeface="Poppins"/>
                <a:cs typeface="Poppins"/>
                <a:sym typeface="Poppins"/>
              </a:rPr>
              <a:t>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a:p>
            <a:pPr indent="0" lvl="0" marL="457200" marR="0" rtl="0" algn="just">
              <a:lnSpc>
                <a:spcPct val="115000"/>
              </a:lnSpc>
              <a:spcBef>
                <a:spcPts val="0"/>
              </a:spcBef>
              <a:spcAft>
                <a:spcPts val="0"/>
              </a:spcAft>
              <a:buNone/>
            </a:pPr>
            <a:r>
              <a:t/>
            </a:r>
            <a:endParaRPr sz="1500">
              <a:solidFill>
                <a:srgbClr val="3C78D8"/>
              </a:solidFill>
              <a:latin typeface="Poppins"/>
              <a:ea typeface="Poppins"/>
              <a:cs typeface="Poppins"/>
              <a:sym typeface="Poppins"/>
            </a:endParaRPr>
          </a:p>
        </p:txBody>
      </p:sp>
      <p:grpSp>
        <p:nvGrpSpPr>
          <p:cNvPr id="374" name="Google Shape;374;p24"/>
          <p:cNvGrpSpPr/>
          <p:nvPr/>
        </p:nvGrpSpPr>
        <p:grpSpPr>
          <a:xfrm>
            <a:off x="-2" y="3951490"/>
            <a:ext cx="3141293" cy="1192012"/>
            <a:chOff x="-2" y="0"/>
            <a:chExt cx="5584520" cy="2119132"/>
          </a:xfrm>
        </p:grpSpPr>
        <p:sp>
          <p:nvSpPr>
            <p:cNvPr id="375" name="Google Shape;375;p24"/>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376" name="Google Shape;376;p24"/>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377" name="Google Shape;377;p24"/>
          <p:cNvSpPr txBox="1"/>
          <p:nvPr/>
        </p:nvSpPr>
        <p:spPr>
          <a:xfrm>
            <a:off x="1409125" y="211525"/>
            <a:ext cx="6991200" cy="384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rgbClr val="0066FF"/>
              </a:buClr>
              <a:buSzPts val="2900"/>
              <a:buFont typeface="Poppins"/>
              <a:buNone/>
            </a:pPr>
            <a:r>
              <a:rPr b="1" lang="en-GB" sz="2200">
                <a:solidFill>
                  <a:srgbClr val="0066FF"/>
                </a:solidFill>
                <a:latin typeface="Poppins"/>
                <a:ea typeface="Poppins"/>
                <a:cs typeface="Poppins"/>
                <a:sym typeface="Poppins"/>
              </a:rPr>
              <a:t>                                  </a:t>
            </a:r>
            <a:r>
              <a:rPr b="1" lang="en-GB" sz="2500">
                <a:solidFill>
                  <a:srgbClr val="0066FF"/>
                </a:solidFill>
                <a:latin typeface="Poppins"/>
                <a:ea typeface="Poppins"/>
                <a:cs typeface="Poppins"/>
                <a:sym typeface="Poppins"/>
              </a:rPr>
              <a:t>Variables</a:t>
            </a:r>
            <a:endParaRPr b="1" sz="2500">
              <a:solidFill>
                <a:srgbClr val="0066FF"/>
              </a:solidFill>
              <a:latin typeface="Poppins"/>
              <a:ea typeface="Poppins"/>
              <a:cs typeface="Poppins"/>
              <a:sym typeface="Poppins"/>
            </a:endParaRPr>
          </a:p>
        </p:txBody>
      </p:sp>
      <p:sp>
        <p:nvSpPr>
          <p:cNvPr id="378" name="Google Shape;378;p24"/>
          <p:cNvSpPr txBox="1"/>
          <p:nvPr/>
        </p:nvSpPr>
        <p:spPr>
          <a:xfrm>
            <a:off x="4277400" y="1400200"/>
            <a:ext cx="3486300" cy="400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a:solidFill>
                <a:srgbClr val="3C78D8"/>
              </a:solidFill>
              <a:latin typeface="Poppins"/>
              <a:ea typeface="Poppins"/>
              <a:cs typeface="Poppins"/>
              <a:sym typeface="Poppins"/>
            </a:endParaRPr>
          </a:p>
        </p:txBody>
      </p:sp>
      <p:sp>
        <p:nvSpPr>
          <p:cNvPr id="379" name="Google Shape;379;p24"/>
          <p:cNvSpPr txBox="1"/>
          <p:nvPr/>
        </p:nvSpPr>
        <p:spPr>
          <a:xfrm>
            <a:off x="4459325" y="1506800"/>
            <a:ext cx="3213300" cy="400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a:p>
        </p:txBody>
      </p:sp>
      <p:sp>
        <p:nvSpPr>
          <p:cNvPr id="380" name="Google Shape;380;p24"/>
          <p:cNvSpPr txBox="1"/>
          <p:nvPr/>
        </p:nvSpPr>
        <p:spPr>
          <a:xfrm>
            <a:off x="4848750" y="1467100"/>
            <a:ext cx="39804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381" name="Google Shape;381;p24"/>
          <p:cNvSpPr txBox="1"/>
          <p:nvPr/>
        </p:nvSpPr>
        <p:spPr>
          <a:xfrm>
            <a:off x="547100" y="4287450"/>
            <a:ext cx="838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a:p>
        </p:txBody>
      </p:sp>
      <p:sp>
        <p:nvSpPr>
          <p:cNvPr id="382" name="Google Shape;382;p24"/>
          <p:cNvSpPr txBox="1"/>
          <p:nvPr/>
        </p:nvSpPr>
        <p:spPr>
          <a:xfrm>
            <a:off x="1029025" y="3533163"/>
            <a:ext cx="69429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383" name="Google Shape;383;p24"/>
          <p:cNvSpPr txBox="1"/>
          <p:nvPr/>
        </p:nvSpPr>
        <p:spPr>
          <a:xfrm>
            <a:off x="4132475" y="2211775"/>
            <a:ext cx="414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384" name="Google Shape;384;p24"/>
          <p:cNvSpPr txBox="1"/>
          <p:nvPr/>
        </p:nvSpPr>
        <p:spPr>
          <a:xfrm>
            <a:off x="3390225" y="1882600"/>
            <a:ext cx="5439000" cy="631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t/>
            </a:r>
            <a:endParaRPr sz="1500">
              <a:solidFill>
                <a:srgbClr val="3C78D8"/>
              </a:solidFill>
              <a:latin typeface="Poppins"/>
              <a:ea typeface="Poppins"/>
              <a:cs typeface="Poppins"/>
              <a:sym typeface="Poppins"/>
            </a:endParaRPr>
          </a:p>
          <a:p>
            <a:pPr indent="0" lvl="0" marL="0" rtl="0" algn="l">
              <a:spcBef>
                <a:spcPts val="0"/>
              </a:spcBef>
              <a:spcAft>
                <a:spcPts val="0"/>
              </a:spcAft>
              <a:buNone/>
            </a:pPr>
            <a:r>
              <a:t/>
            </a:r>
            <a:endParaRPr/>
          </a:p>
        </p:txBody>
      </p:sp>
      <p:sp>
        <p:nvSpPr>
          <p:cNvPr id="385" name="Google Shape;385;p24"/>
          <p:cNvSpPr txBox="1"/>
          <p:nvPr/>
        </p:nvSpPr>
        <p:spPr>
          <a:xfrm>
            <a:off x="584175" y="837125"/>
            <a:ext cx="8178900" cy="40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500"/>
              </a:spcBef>
              <a:spcAft>
                <a:spcPts val="1500"/>
              </a:spcAft>
              <a:buNone/>
            </a:pPr>
            <a:r>
              <a:t/>
            </a:r>
            <a:endParaRPr>
              <a:solidFill>
                <a:schemeClr val="dk1"/>
              </a:solidFill>
            </a:endParaRPr>
          </a:p>
        </p:txBody>
      </p:sp>
      <p:pic>
        <p:nvPicPr>
          <p:cNvPr id="386" name="Google Shape;386;p24"/>
          <p:cNvPicPr preferRelativeResize="0"/>
          <p:nvPr/>
        </p:nvPicPr>
        <p:blipFill>
          <a:blip r:embed="rId3">
            <a:alphaModFix/>
          </a:blip>
          <a:stretch>
            <a:fillRect/>
          </a:stretch>
        </p:blipFill>
        <p:spPr>
          <a:xfrm>
            <a:off x="2698925" y="1013225"/>
            <a:ext cx="3409900" cy="3460325"/>
          </a:xfrm>
          <a:prstGeom prst="rect">
            <a:avLst/>
          </a:prstGeom>
          <a:noFill/>
          <a:ln cap="flat" cmpd="sng" w="28575">
            <a:solidFill>
              <a:srgbClr val="000000"/>
            </a:solidFill>
            <a:prstDash val="solid"/>
            <a:round/>
            <a:headEnd len="sm" w="sm" type="none"/>
            <a:tailEnd len="sm" w="sm" type="none"/>
          </a:ln>
        </p:spPr>
      </p:pic>
      <p:sp>
        <p:nvSpPr>
          <p:cNvPr id="387" name="Google Shape;387;p24"/>
          <p:cNvSpPr txBox="1"/>
          <p:nvPr/>
        </p:nvSpPr>
        <p:spPr>
          <a:xfrm>
            <a:off x="6395275" y="3121500"/>
            <a:ext cx="1523400" cy="5850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GB" sz="1300">
                <a:solidFill>
                  <a:srgbClr val="0000FF"/>
                </a:solidFill>
                <a:latin typeface="Poppins"/>
                <a:ea typeface="Poppins"/>
                <a:cs typeface="Poppins"/>
                <a:sym typeface="Poppins"/>
              </a:rPr>
              <a:t>Shoes</a:t>
            </a:r>
            <a:endParaRPr b="1" sz="1300">
              <a:solidFill>
                <a:srgbClr val="0000FF"/>
              </a:solidFill>
              <a:latin typeface="Poppins"/>
              <a:ea typeface="Poppins"/>
              <a:cs typeface="Poppins"/>
              <a:sym typeface="Poppins"/>
            </a:endParaRPr>
          </a:p>
          <a:p>
            <a:pPr indent="0" lvl="0" marL="0" rtl="0" algn="ctr">
              <a:spcBef>
                <a:spcPts val="0"/>
              </a:spcBef>
              <a:spcAft>
                <a:spcPts val="0"/>
              </a:spcAft>
              <a:buNone/>
            </a:pPr>
            <a:r>
              <a:rPr b="1" lang="en-GB" sz="1300">
                <a:solidFill>
                  <a:srgbClr val="0000FF"/>
                </a:solidFill>
                <a:latin typeface="Poppins"/>
                <a:ea typeface="Poppins"/>
                <a:cs typeface="Poppins"/>
                <a:sym typeface="Poppins"/>
              </a:rPr>
              <a:t>(VALUE)</a:t>
            </a:r>
            <a:endParaRPr b="1" sz="1300">
              <a:solidFill>
                <a:srgbClr val="0000FF"/>
              </a:solidFill>
              <a:latin typeface="Poppins"/>
              <a:ea typeface="Poppins"/>
              <a:cs typeface="Poppins"/>
              <a:sym typeface="Poppins"/>
            </a:endParaRPr>
          </a:p>
        </p:txBody>
      </p:sp>
      <p:sp>
        <p:nvSpPr>
          <p:cNvPr id="388" name="Google Shape;388;p24"/>
          <p:cNvSpPr txBox="1"/>
          <p:nvPr/>
        </p:nvSpPr>
        <p:spPr>
          <a:xfrm>
            <a:off x="721550" y="1640550"/>
            <a:ext cx="1523400" cy="585000"/>
          </a:xfrm>
          <a:prstGeom prst="rect">
            <a:avLst/>
          </a:prstGeom>
          <a:noFill/>
          <a:ln cap="flat" cmpd="sng" w="2857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GB" sz="1300">
                <a:solidFill>
                  <a:srgbClr val="0000FF"/>
                </a:solidFill>
                <a:latin typeface="Poppins"/>
                <a:ea typeface="Poppins"/>
                <a:cs typeface="Poppins"/>
                <a:sym typeface="Poppins"/>
              </a:rPr>
              <a:t>Shoe Rack</a:t>
            </a:r>
            <a:endParaRPr b="1" sz="1300">
              <a:solidFill>
                <a:srgbClr val="0000FF"/>
              </a:solidFill>
              <a:latin typeface="Poppins"/>
              <a:ea typeface="Poppins"/>
              <a:cs typeface="Poppins"/>
              <a:sym typeface="Poppins"/>
            </a:endParaRPr>
          </a:p>
          <a:p>
            <a:pPr indent="0" lvl="0" marL="0" rtl="0" algn="ctr">
              <a:spcBef>
                <a:spcPts val="0"/>
              </a:spcBef>
              <a:spcAft>
                <a:spcPts val="0"/>
              </a:spcAft>
              <a:buNone/>
            </a:pPr>
            <a:r>
              <a:rPr b="1" lang="en-GB" sz="1300">
                <a:solidFill>
                  <a:srgbClr val="0000FF"/>
                </a:solidFill>
                <a:latin typeface="Poppins"/>
                <a:ea typeface="Poppins"/>
                <a:cs typeface="Poppins"/>
                <a:sym typeface="Poppins"/>
              </a:rPr>
              <a:t>(VARIABLE)</a:t>
            </a:r>
            <a:endParaRPr b="1" sz="1300">
              <a:solidFill>
                <a:srgbClr val="0000FF"/>
              </a:solidFill>
              <a:latin typeface="Poppins"/>
              <a:ea typeface="Poppins"/>
              <a:cs typeface="Poppins"/>
              <a:sym typeface="Poppins"/>
            </a:endParaRPr>
          </a:p>
        </p:txBody>
      </p:sp>
      <p:cxnSp>
        <p:nvCxnSpPr>
          <p:cNvPr id="389" name="Google Shape;389;p24"/>
          <p:cNvCxnSpPr/>
          <p:nvPr/>
        </p:nvCxnSpPr>
        <p:spPr>
          <a:xfrm rot="10800000">
            <a:off x="5377675" y="3176400"/>
            <a:ext cx="1017600" cy="237600"/>
          </a:xfrm>
          <a:prstGeom prst="straightConnector1">
            <a:avLst/>
          </a:prstGeom>
          <a:noFill/>
          <a:ln cap="flat" cmpd="sng" w="28575">
            <a:solidFill>
              <a:srgbClr val="FF0000"/>
            </a:solidFill>
            <a:prstDash val="solid"/>
            <a:round/>
            <a:headEnd len="med" w="med" type="none"/>
            <a:tailEnd len="med" w="med" type="triangle"/>
          </a:ln>
        </p:spPr>
      </p:cxnSp>
      <p:cxnSp>
        <p:nvCxnSpPr>
          <p:cNvPr id="390" name="Google Shape;390;p24"/>
          <p:cNvCxnSpPr/>
          <p:nvPr/>
        </p:nvCxnSpPr>
        <p:spPr>
          <a:xfrm>
            <a:off x="2244950" y="1933050"/>
            <a:ext cx="585300" cy="304800"/>
          </a:xfrm>
          <a:prstGeom prst="straightConnector1">
            <a:avLst/>
          </a:prstGeom>
          <a:noFill/>
          <a:ln cap="flat" cmpd="sng" w="28575">
            <a:solidFill>
              <a:srgbClr val="FF0000"/>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5"/>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396" name="Google Shape;396;p25"/>
          <p:cNvGrpSpPr/>
          <p:nvPr/>
        </p:nvGrpSpPr>
        <p:grpSpPr>
          <a:xfrm>
            <a:off x="0" y="0"/>
            <a:ext cx="1540509" cy="1395081"/>
            <a:chOff x="-1" y="-1"/>
            <a:chExt cx="2539998" cy="2387610"/>
          </a:xfrm>
        </p:grpSpPr>
        <p:sp>
          <p:nvSpPr>
            <p:cNvPr id="397" name="Google Shape;397;p25"/>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398" name="Google Shape;398;p25"/>
            <p:cNvGrpSpPr/>
            <p:nvPr/>
          </p:nvGrpSpPr>
          <p:grpSpPr>
            <a:xfrm>
              <a:off x="180250" y="237004"/>
              <a:ext cx="2215000" cy="1884429"/>
              <a:chOff x="0" y="-1"/>
              <a:chExt cx="2215000" cy="1884429"/>
            </a:xfrm>
          </p:grpSpPr>
          <p:sp>
            <p:nvSpPr>
              <p:cNvPr id="399" name="Google Shape;399;p25"/>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00" name="Google Shape;400;p25"/>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01" name="Google Shape;401;p25"/>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402" name="Google Shape;402;p25"/>
          <p:cNvGrpSpPr/>
          <p:nvPr/>
        </p:nvGrpSpPr>
        <p:grpSpPr>
          <a:xfrm>
            <a:off x="7469873" y="3853757"/>
            <a:ext cx="1674074" cy="1326259"/>
            <a:chOff x="-2" y="-1"/>
            <a:chExt cx="2837895" cy="2438424"/>
          </a:xfrm>
        </p:grpSpPr>
        <p:sp>
          <p:nvSpPr>
            <p:cNvPr id="403" name="Google Shape;403;p25"/>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404" name="Google Shape;404;p25"/>
            <p:cNvGrpSpPr/>
            <p:nvPr/>
          </p:nvGrpSpPr>
          <p:grpSpPr>
            <a:xfrm>
              <a:off x="-2" y="183652"/>
              <a:ext cx="2448159" cy="1884384"/>
              <a:chOff x="-1" y="-1"/>
              <a:chExt cx="2448159" cy="1884384"/>
            </a:xfrm>
          </p:grpSpPr>
          <p:sp>
            <p:nvSpPr>
              <p:cNvPr id="405" name="Google Shape;405;p25"/>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06" name="Google Shape;406;p25"/>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07" name="Google Shape;407;p25"/>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408" name="Google Shape;408;p25"/>
          <p:cNvSpPr/>
          <p:nvPr/>
        </p:nvSpPr>
        <p:spPr>
          <a:xfrm>
            <a:off x="388195" y="81277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409" name="Google Shape;409;p25"/>
          <p:cNvGrpSpPr/>
          <p:nvPr/>
        </p:nvGrpSpPr>
        <p:grpSpPr>
          <a:xfrm>
            <a:off x="-2" y="3951491"/>
            <a:ext cx="3141293" cy="1192012"/>
            <a:chOff x="-2" y="0"/>
            <a:chExt cx="5584520" cy="2119132"/>
          </a:xfrm>
        </p:grpSpPr>
        <p:sp>
          <p:nvSpPr>
            <p:cNvPr id="410" name="Google Shape;410;p25"/>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11" name="Google Shape;411;p25"/>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412" name="Google Shape;412;p25"/>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Sprites Lab</a:t>
            </a:r>
            <a:endParaRPr b="1" sz="2900">
              <a:solidFill>
                <a:srgbClr val="0066FF"/>
              </a:solidFill>
              <a:latin typeface="Poppins"/>
              <a:ea typeface="Poppins"/>
              <a:cs typeface="Poppins"/>
              <a:sym typeface="Poppins"/>
            </a:endParaRPr>
          </a:p>
        </p:txBody>
      </p:sp>
      <p:pic>
        <p:nvPicPr>
          <p:cNvPr id="413" name="Google Shape;413;p25"/>
          <p:cNvPicPr preferRelativeResize="0"/>
          <p:nvPr/>
        </p:nvPicPr>
        <p:blipFill>
          <a:blip r:embed="rId3">
            <a:alphaModFix/>
          </a:blip>
          <a:stretch>
            <a:fillRect/>
          </a:stretch>
        </p:blipFill>
        <p:spPr>
          <a:xfrm>
            <a:off x="5410200" y="3531775"/>
            <a:ext cx="262975" cy="262975"/>
          </a:xfrm>
          <a:prstGeom prst="rect">
            <a:avLst/>
          </a:prstGeom>
          <a:noFill/>
          <a:ln>
            <a:noFill/>
          </a:ln>
        </p:spPr>
      </p:pic>
      <p:sp>
        <p:nvSpPr>
          <p:cNvPr id="414" name="Google Shape;414;p25"/>
          <p:cNvSpPr txBox="1"/>
          <p:nvPr/>
        </p:nvSpPr>
        <p:spPr>
          <a:xfrm>
            <a:off x="894950" y="1046125"/>
            <a:ext cx="6847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solidFill>
                <a:schemeClr val="dk1"/>
              </a:solidFill>
              <a:highlight>
                <a:srgbClr val="FFFFFF"/>
              </a:highlight>
              <a:latin typeface="Poppins"/>
              <a:ea typeface="Poppins"/>
              <a:cs typeface="Poppins"/>
              <a:sym typeface="Poppins"/>
            </a:endParaRPr>
          </a:p>
        </p:txBody>
      </p:sp>
      <p:sp>
        <p:nvSpPr>
          <p:cNvPr id="415" name="Google Shape;415;p25"/>
          <p:cNvSpPr txBox="1"/>
          <p:nvPr/>
        </p:nvSpPr>
        <p:spPr>
          <a:xfrm>
            <a:off x="997700" y="1084138"/>
            <a:ext cx="7515300" cy="20241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500"/>
              </a:spcBef>
              <a:spcAft>
                <a:spcPts val="0"/>
              </a:spcAft>
              <a:buNone/>
            </a:pPr>
            <a:r>
              <a:rPr lang="en-GB" sz="1450">
                <a:solidFill>
                  <a:srgbClr val="3C78D8"/>
                </a:solidFill>
                <a:highlight>
                  <a:schemeClr val="lt1"/>
                </a:highlight>
                <a:latin typeface="Poppins"/>
                <a:ea typeface="Poppins"/>
                <a:cs typeface="Poppins"/>
                <a:sym typeface="Poppins"/>
              </a:rPr>
              <a:t>Sprite Lab is a block-based programming environment where you can make simple animations and games with objects and characters that interact with each other. Create an animation or game then share your app in seconds.</a:t>
            </a:r>
            <a:endParaRPr sz="1900">
              <a:solidFill>
                <a:srgbClr val="3C78D8"/>
              </a:solidFill>
              <a:highlight>
                <a:schemeClr val="lt1"/>
              </a:highlight>
              <a:latin typeface="Poppins"/>
              <a:ea typeface="Poppins"/>
              <a:cs typeface="Poppins"/>
              <a:sym typeface="Poppins"/>
            </a:endParaRPr>
          </a:p>
          <a:p>
            <a:pPr indent="0" lvl="0" marL="457200" rtl="0" algn="l">
              <a:lnSpc>
                <a:spcPct val="115000"/>
              </a:lnSpc>
              <a:spcBef>
                <a:spcPts val="1500"/>
              </a:spcBef>
              <a:spcAft>
                <a:spcPts val="0"/>
              </a:spcAft>
              <a:buNone/>
            </a:pPr>
            <a:r>
              <a:t/>
            </a:r>
            <a:endParaRPr sz="1200">
              <a:solidFill>
                <a:srgbClr val="374151"/>
              </a:solidFill>
              <a:highlight>
                <a:srgbClr val="F7F7F8"/>
              </a:highlight>
              <a:latin typeface="Roboto"/>
              <a:ea typeface="Roboto"/>
              <a:cs typeface="Roboto"/>
              <a:sym typeface="Roboto"/>
            </a:endParaRPr>
          </a:p>
          <a:p>
            <a:pPr indent="0" lvl="0" marL="0" rtl="0" algn="l">
              <a:spcBef>
                <a:spcPts val="1500"/>
              </a:spcBef>
              <a:spcAft>
                <a:spcPts val="0"/>
              </a:spcAft>
              <a:buNone/>
            </a:pPr>
            <a:r>
              <a:t/>
            </a:r>
            <a:endParaRPr/>
          </a:p>
        </p:txBody>
      </p:sp>
      <p:pic>
        <p:nvPicPr>
          <p:cNvPr id="416" name="Google Shape;416;p25"/>
          <p:cNvPicPr preferRelativeResize="0"/>
          <p:nvPr/>
        </p:nvPicPr>
        <p:blipFill>
          <a:blip r:embed="rId4">
            <a:alphaModFix/>
          </a:blip>
          <a:stretch>
            <a:fillRect/>
          </a:stretch>
        </p:blipFill>
        <p:spPr>
          <a:xfrm>
            <a:off x="3190175" y="2075875"/>
            <a:ext cx="4057675" cy="26344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6"/>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422" name="Google Shape;422;p26"/>
          <p:cNvGrpSpPr/>
          <p:nvPr/>
        </p:nvGrpSpPr>
        <p:grpSpPr>
          <a:xfrm>
            <a:off x="0" y="0"/>
            <a:ext cx="1540509" cy="1395081"/>
            <a:chOff x="-1" y="-1"/>
            <a:chExt cx="2539998" cy="2387610"/>
          </a:xfrm>
        </p:grpSpPr>
        <p:sp>
          <p:nvSpPr>
            <p:cNvPr id="423" name="Google Shape;423;p26"/>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424" name="Google Shape;424;p26"/>
            <p:cNvGrpSpPr/>
            <p:nvPr/>
          </p:nvGrpSpPr>
          <p:grpSpPr>
            <a:xfrm>
              <a:off x="180250" y="237004"/>
              <a:ext cx="2215000" cy="1884429"/>
              <a:chOff x="0" y="-1"/>
              <a:chExt cx="2215000" cy="1884429"/>
            </a:xfrm>
          </p:grpSpPr>
          <p:sp>
            <p:nvSpPr>
              <p:cNvPr id="425" name="Google Shape;425;p26"/>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26" name="Google Shape;426;p26"/>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27" name="Google Shape;427;p26"/>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428" name="Google Shape;428;p26"/>
          <p:cNvGrpSpPr/>
          <p:nvPr/>
        </p:nvGrpSpPr>
        <p:grpSpPr>
          <a:xfrm>
            <a:off x="7469873" y="3853757"/>
            <a:ext cx="1674074" cy="1326259"/>
            <a:chOff x="-2" y="-1"/>
            <a:chExt cx="2837895" cy="2438424"/>
          </a:xfrm>
        </p:grpSpPr>
        <p:sp>
          <p:nvSpPr>
            <p:cNvPr id="429" name="Google Shape;429;p26"/>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430" name="Google Shape;430;p26"/>
            <p:cNvGrpSpPr/>
            <p:nvPr/>
          </p:nvGrpSpPr>
          <p:grpSpPr>
            <a:xfrm>
              <a:off x="-2" y="183652"/>
              <a:ext cx="2448159" cy="1884384"/>
              <a:chOff x="-1" y="-1"/>
              <a:chExt cx="2448159" cy="1884384"/>
            </a:xfrm>
          </p:grpSpPr>
          <p:sp>
            <p:nvSpPr>
              <p:cNvPr id="431" name="Google Shape;431;p26"/>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32" name="Google Shape;432;p26"/>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33" name="Google Shape;433;p26"/>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434" name="Google Shape;434;p26"/>
          <p:cNvSpPr/>
          <p:nvPr/>
        </p:nvSpPr>
        <p:spPr>
          <a:xfrm>
            <a:off x="388195" y="81277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435" name="Google Shape;435;p26"/>
          <p:cNvGrpSpPr/>
          <p:nvPr/>
        </p:nvGrpSpPr>
        <p:grpSpPr>
          <a:xfrm>
            <a:off x="-2" y="3951491"/>
            <a:ext cx="3141293" cy="1192012"/>
            <a:chOff x="-2" y="0"/>
            <a:chExt cx="5584520" cy="2119132"/>
          </a:xfrm>
        </p:grpSpPr>
        <p:sp>
          <p:nvSpPr>
            <p:cNvPr id="436" name="Google Shape;436;p26"/>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37" name="Google Shape;437;p26"/>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438" name="Google Shape;438;p26"/>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Sprites Lab</a:t>
            </a:r>
            <a:endParaRPr b="1" sz="2900">
              <a:solidFill>
                <a:srgbClr val="0066FF"/>
              </a:solidFill>
              <a:latin typeface="Poppins"/>
              <a:ea typeface="Poppins"/>
              <a:cs typeface="Poppins"/>
              <a:sym typeface="Poppins"/>
            </a:endParaRPr>
          </a:p>
        </p:txBody>
      </p:sp>
      <p:sp>
        <p:nvSpPr>
          <p:cNvPr id="439" name="Google Shape;439;p26"/>
          <p:cNvSpPr txBox="1"/>
          <p:nvPr/>
        </p:nvSpPr>
        <p:spPr>
          <a:xfrm>
            <a:off x="253950" y="956875"/>
            <a:ext cx="6610800" cy="187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t/>
            </a:r>
            <a:endParaRPr i="1" sz="1500">
              <a:solidFill>
                <a:srgbClr val="3C78D8"/>
              </a:solidFill>
              <a:highlight>
                <a:srgbClr val="FFFFFF"/>
              </a:highlight>
              <a:latin typeface="Poppins"/>
              <a:ea typeface="Poppins"/>
              <a:cs typeface="Poppins"/>
              <a:sym typeface="Poppins"/>
            </a:endParaRPr>
          </a:p>
          <a:p>
            <a:pPr indent="0" lvl="0" marL="0" rtl="0" algn="l">
              <a:lnSpc>
                <a:spcPct val="115000"/>
              </a:lnSpc>
              <a:spcBef>
                <a:spcPts val="1800"/>
              </a:spcBef>
              <a:spcAft>
                <a:spcPts val="0"/>
              </a:spcAft>
              <a:buClr>
                <a:schemeClr val="dk1"/>
              </a:buClr>
              <a:buSzPts val="1100"/>
              <a:buFont typeface="Arial"/>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15000"/>
              </a:lnSpc>
              <a:spcBef>
                <a:spcPts val="1800"/>
              </a:spcBef>
              <a:spcAft>
                <a:spcPts val="0"/>
              </a:spcAft>
              <a:buClr>
                <a:schemeClr val="dk1"/>
              </a:buClr>
              <a:buSzPts val="1100"/>
              <a:buFont typeface="Arial"/>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800"/>
              </a:spcBef>
              <a:spcAft>
                <a:spcPts val="1400"/>
              </a:spcAft>
              <a:buNone/>
            </a:pPr>
            <a:r>
              <a:t/>
            </a:r>
            <a:endParaRPr>
              <a:solidFill>
                <a:srgbClr val="222222"/>
              </a:solidFill>
              <a:highlight>
                <a:srgbClr val="FFFFFF"/>
              </a:highlight>
              <a:latin typeface="Poppins"/>
              <a:ea typeface="Poppins"/>
              <a:cs typeface="Poppins"/>
              <a:sym typeface="Poppins"/>
            </a:endParaRPr>
          </a:p>
        </p:txBody>
      </p:sp>
      <p:pic>
        <p:nvPicPr>
          <p:cNvPr id="440" name="Google Shape;440;p26"/>
          <p:cNvPicPr preferRelativeResize="0"/>
          <p:nvPr/>
        </p:nvPicPr>
        <p:blipFill>
          <a:blip r:embed="rId3">
            <a:alphaModFix/>
          </a:blip>
          <a:stretch>
            <a:fillRect/>
          </a:stretch>
        </p:blipFill>
        <p:spPr>
          <a:xfrm>
            <a:off x="5410200" y="3531775"/>
            <a:ext cx="262975" cy="262975"/>
          </a:xfrm>
          <a:prstGeom prst="rect">
            <a:avLst/>
          </a:prstGeom>
          <a:noFill/>
          <a:ln>
            <a:noFill/>
          </a:ln>
        </p:spPr>
      </p:pic>
      <p:sp>
        <p:nvSpPr>
          <p:cNvPr id="441" name="Google Shape;441;p26"/>
          <p:cNvSpPr txBox="1"/>
          <p:nvPr/>
        </p:nvSpPr>
        <p:spPr>
          <a:xfrm>
            <a:off x="914300" y="1395075"/>
            <a:ext cx="7510800" cy="415500"/>
          </a:xfrm>
          <a:prstGeom prst="rect">
            <a:avLst/>
          </a:prstGeom>
          <a:noFill/>
          <a:ln>
            <a:noFill/>
          </a:ln>
        </p:spPr>
        <p:txBody>
          <a:bodyPr anchorCtr="0" anchor="t" bIns="91425" lIns="91425" spcFirstLastPara="1" rIns="91425" wrap="square" tIns="91425">
            <a:spAutoFit/>
          </a:bodyPr>
          <a:lstStyle/>
          <a:p>
            <a:pPr indent="0" lvl="0" marL="0" rtl="0" algn="l">
              <a:lnSpc>
                <a:spcPct val="135000"/>
              </a:lnSpc>
              <a:spcBef>
                <a:spcPts val="0"/>
              </a:spcBef>
              <a:spcAft>
                <a:spcPts val="800"/>
              </a:spcAft>
              <a:buNone/>
            </a:pPr>
            <a:r>
              <a:t/>
            </a:r>
            <a:endParaRPr sz="1500">
              <a:solidFill>
                <a:srgbClr val="222222"/>
              </a:solidFill>
              <a:highlight>
                <a:srgbClr val="FFFFFF"/>
              </a:highlight>
              <a:latin typeface="Poppins"/>
              <a:ea typeface="Poppins"/>
              <a:cs typeface="Poppins"/>
              <a:sym typeface="Poppins"/>
            </a:endParaRPr>
          </a:p>
        </p:txBody>
      </p:sp>
      <p:sp>
        <p:nvSpPr>
          <p:cNvPr id="442" name="Google Shape;442;p26"/>
          <p:cNvSpPr txBox="1"/>
          <p:nvPr/>
        </p:nvSpPr>
        <p:spPr>
          <a:xfrm>
            <a:off x="1143775" y="912150"/>
            <a:ext cx="6856500" cy="1477500"/>
          </a:xfrm>
          <a:prstGeom prst="rect">
            <a:avLst/>
          </a:prstGeom>
          <a:noFill/>
          <a:ln>
            <a:noFill/>
          </a:ln>
        </p:spPr>
        <p:txBody>
          <a:bodyPr anchorCtr="0" anchor="t" bIns="91425" lIns="91425" spcFirstLastPara="1" rIns="91425" wrap="square" tIns="91425">
            <a:spAutoFit/>
          </a:bodyPr>
          <a:lstStyle/>
          <a:p>
            <a:pPr indent="0" lvl="0" marL="457200" rtl="0" algn="just">
              <a:lnSpc>
                <a:spcPct val="115000"/>
              </a:lnSpc>
              <a:spcBef>
                <a:spcPts val="1500"/>
              </a:spcBef>
              <a:spcAft>
                <a:spcPts val="1500"/>
              </a:spcAft>
              <a:buNone/>
            </a:pPr>
            <a:r>
              <a:rPr lang="en-GB" sz="1500">
                <a:solidFill>
                  <a:srgbClr val="3C78D8"/>
                </a:solidFill>
                <a:highlight>
                  <a:schemeClr val="lt1"/>
                </a:highlight>
                <a:latin typeface="Poppins"/>
                <a:ea typeface="Poppins"/>
                <a:cs typeface="Poppins"/>
                <a:sym typeface="Poppins"/>
              </a:rPr>
              <a:t>A sprite is the name we give to a collection of values in Game Lab that represents a character in a story, animation, or game. A sprite can be stored in a variable with a label, but unlike values you've stored in variables before, such as numbers, a sprite lets you store many related values all under the same label.</a:t>
            </a:r>
            <a:endParaRPr sz="1500">
              <a:solidFill>
                <a:srgbClr val="3C78D8"/>
              </a:solidFill>
              <a:highlight>
                <a:schemeClr val="lt1"/>
              </a:highlight>
              <a:latin typeface="Poppins"/>
              <a:ea typeface="Poppins"/>
              <a:cs typeface="Poppins"/>
              <a:sym typeface="Poppins"/>
            </a:endParaRPr>
          </a:p>
        </p:txBody>
      </p:sp>
      <p:pic>
        <p:nvPicPr>
          <p:cNvPr id="443" name="Google Shape;443;p26"/>
          <p:cNvPicPr preferRelativeResize="0"/>
          <p:nvPr/>
        </p:nvPicPr>
        <p:blipFill>
          <a:blip r:embed="rId4">
            <a:alphaModFix/>
          </a:blip>
          <a:stretch>
            <a:fillRect/>
          </a:stretch>
        </p:blipFill>
        <p:spPr>
          <a:xfrm>
            <a:off x="2596150" y="2389650"/>
            <a:ext cx="3332924" cy="22370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27"/>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449" name="Google Shape;449;p27"/>
          <p:cNvGrpSpPr/>
          <p:nvPr/>
        </p:nvGrpSpPr>
        <p:grpSpPr>
          <a:xfrm>
            <a:off x="0" y="0"/>
            <a:ext cx="1540509" cy="1395081"/>
            <a:chOff x="-1" y="-1"/>
            <a:chExt cx="2539998" cy="2387610"/>
          </a:xfrm>
        </p:grpSpPr>
        <p:sp>
          <p:nvSpPr>
            <p:cNvPr id="450" name="Google Shape;450;p27"/>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451" name="Google Shape;451;p27"/>
            <p:cNvGrpSpPr/>
            <p:nvPr/>
          </p:nvGrpSpPr>
          <p:grpSpPr>
            <a:xfrm>
              <a:off x="180250" y="237004"/>
              <a:ext cx="2215000" cy="1884429"/>
              <a:chOff x="0" y="-1"/>
              <a:chExt cx="2215000" cy="1884429"/>
            </a:xfrm>
          </p:grpSpPr>
          <p:sp>
            <p:nvSpPr>
              <p:cNvPr id="452" name="Google Shape;452;p27"/>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53" name="Google Shape;453;p27"/>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54" name="Google Shape;454;p27"/>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455" name="Google Shape;455;p27"/>
          <p:cNvGrpSpPr/>
          <p:nvPr/>
        </p:nvGrpSpPr>
        <p:grpSpPr>
          <a:xfrm>
            <a:off x="7469873" y="3853757"/>
            <a:ext cx="1674074" cy="1326259"/>
            <a:chOff x="-2" y="-1"/>
            <a:chExt cx="2837895" cy="2438424"/>
          </a:xfrm>
        </p:grpSpPr>
        <p:sp>
          <p:nvSpPr>
            <p:cNvPr id="456" name="Google Shape;456;p27"/>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457" name="Google Shape;457;p27"/>
            <p:cNvGrpSpPr/>
            <p:nvPr/>
          </p:nvGrpSpPr>
          <p:grpSpPr>
            <a:xfrm>
              <a:off x="-2" y="183652"/>
              <a:ext cx="2448159" cy="1884384"/>
              <a:chOff x="-1" y="-1"/>
              <a:chExt cx="2448159" cy="1884384"/>
            </a:xfrm>
          </p:grpSpPr>
          <p:sp>
            <p:nvSpPr>
              <p:cNvPr id="458" name="Google Shape;458;p27"/>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59" name="Google Shape;459;p27"/>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60" name="Google Shape;460;p27"/>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461" name="Google Shape;461;p27"/>
          <p:cNvSpPr/>
          <p:nvPr/>
        </p:nvSpPr>
        <p:spPr>
          <a:xfrm>
            <a:off x="388195" y="81277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462" name="Google Shape;462;p27"/>
          <p:cNvGrpSpPr/>
          <p:nvPr/>
        </p:nvGrpSpPr>
        <p:grpSpPr>
          <a:xfrm>
            <a:off x="-2" y="3951491"/>
            <a:ext cx="3141293" cy="1192012"/>
            <a:chOff x="-2" y="0"/>
            <a:chExt cx="5584520" cy="2119132"/>
          </a:xfrm>
        </p:grpSpPr>
        <p:sp>
          <p:nvSpPr>
            <p:cNvPr id="463" name="Google Shape;463;p27"/>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464" name="Google Shape;464;p27"/>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465" name="Google Shape;465;p27"/>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Sprites Behaviors</a:t>
            </a:r>
            <a:endParaRPr b="1" sz="2900">
              <a:solidFill>
                <a:srgbClr val="0066FF"/>
              </a:solidFill>
              <a:latin typeface="Poppins"/>
              <a:ea typeface="Poppins"/>
              <a:cs typeface="Poppins"/>
              <a:sym typeface="Poppins"/>
            </a:endParaRPr>
          </a:p>
        </p:txBody>
      </p:sp>
      <p:sp>
        <p:nvSpPr>
          <p:cNvPr id="466" name="Google Shape;466;p27"/>
          <p:cNvSpPr txBox="1"/>
          <p:nvPr/>
        </p:nvSpPr>
        <p:spPr>
          <a:xfrm>
            <a:off x="670400" y="907025"/>
            <a:ext cx="8222700" cy="187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t/>
            </a:r>
            <a:endParaRPr i="1" sz="1500">
              <a:solidFill>
                <a:srgbClr val="3C78D8"/>
              </a:solidFill>
              <a:highlight>
                <a:srgbClr val="FFFFFF"/>
              </a:highlight>
              <a:latin typeface="Poppins"/>
              <a:ea typeface="Poppins"/>
              <a:cs typeface="Poppins"/>
              <a:sym typeface="Poppins"/>
            </a:endParaRPr>
          </a:p>
          <a:p>
            <a:pPr indent="0" lvl="0" marL="0" rtl="0" algn="l">
              <a:lnSpc>
                <a:spcPct val="115000"/>
              </a:lnSpc>
              <a:spcBef>
                <a:spcPts val="1800"/>
              </a:spcBef>
              <a:spcAft>
                <a:spcPts val="0"/>
              </a:spcAft>
              <a:buClr>
                <a:schemeClr val="dk1"/>
              </a:buClr>
              <a:buSzPts val="1100"/>
              <a:buFont typeface="Arial"/>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15000"/>
              </a:lnSpc>
              <a:spcBef>
                <a:spcPts val="1800"/>
              </a:spcBef>
              <a:spcAft>
                <a:spcPts val="0"/>
              </a:spcAft>
              <a:buClr>
                <a:schemeClr val="dk1"/>
              </a:buClr>
              <a:buSzPts val="1100"/>
              <a:buFont typeface="Arial"/>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800"/>
              </a:spcBef>
              <a:spcAft>
                <a:spcPts val="1400"/>
              </a:spcAft>
              <a:buNone/>
            </a:pPr>
            <a:r>
              <a:t/>
            </a:r>
            <a:endParaRPr>
              <a:solidFill>
                <a:srgbClr val="222222"/>
              </a:solidFill>
              <a:highlight>
                <a:srgbClr val="FFFFFF"/>
              </a:highlight>
              <a:latin typeface="Poppins"/>
              <a:ea typeface="Poppins"/>
              <a:cs typeface="Poppins"/>
              <a:sym typeface="Poppins"/>
            </a:endParaRPr>
          </a:p>
        </p:txBody>
      </p:sp>
      <p:pic>
        <p:nvPicPr>
          <p:cNvPr id="467" name="Google Shape;467;p27"/>
          <p:cNvPicPr preferRelativeResize="0"/>
          <p:nvPr/>
        </p:nvPicPr>
        <p:blipFill>
          <a:blip r:embed="rId3">
            <a:alphaModFix/>
          </a:blip>
          <a:stretch>
            <a:fillRect/>
          </a:stretch>
        </p:blipFill>
        <p:spPr>
          <a:xfrm>
            <a:off x="5410200" y="3531775"/>
            <a:ext cx="262975" cy="262975"/>
          </a:xfrm>
          <a:prstGeom prst="rect">
            <a:avLst/>
          </a:prstGeom>
          <a:noFill/>
          <a:ln>
            <a:noFill/>
          </a:ln>
        </p:spPr>
      </p:pic>
      <p:sp>
        <p:nvSpPr>
          <p:cNvPr id="468" name="Google Shape;468;p27"/>
          <p:cNvSpPr txBox="1"/>
          <p:nvPr/>
        </p:nvSpPr>
        <p:spPr>
          <a:xfrm>
            <a:off x="914300" y="1395075"/>
            <a:ext cx="7510800" cy="415500"/>
          </a:xfrm>
          <a:prstGeom prst="rect">
            <a:avLst/>
          </a:prstGeom>
          <a:noFill/>
          <a:ln>
            <a:noFill/>
          </a:ln>
        </p:spPr>
        <p:txBody>
          <a:bodyPr anchorCtr="0" anchor="t" bIns="91425" lIns="91425" spcFirstLastPara="1" rIns="91425" wrap="square" tIns="91425">
            <a:spAutoFit/>
          </a:bodyPr>
          <a:lstStyle/>
          <a:p>
            <a:pPr indent="0" lvl="0" marL="0" rtl="0" algn="l">
              <a:lnSpc>
                <a:spcPct val="135000"/>
              </a:lnSpc>
              <a:spcBef>
                <a:spcPts val="0"/>
              </a:spcBef>
              <a:spcAft>
                <a:spcPts val="800"/>
              </a:spcAft>
              <a:buNone/>
            </a:pPr>
            <a:r>
              <a:t/>
            </a:r>
            <a:endParaRPr sz="1500">
              <a:solidFill>
                <a:schemeClr val="dk1"/>
              </a:solidFill>
              <a:highlight>
                <a:srgbClr val="FFFFFF"/>
              </a:highlight>
              <a:latin typeface="Poppins"/>
              <a:ea typeface="Poppins"/>
              <a:cs typeface="Poppins"/>
              <a:sym typeface="Poppins"/>
            </a:endParaRPr>
          </a:p>
        </p:txBody>
      </p:sp>
      <p:pic>
        <p:nvPicPr>
          <p:cNvPr id="469" name="Google Shape;469;p27"/>
          <p:cNvPicPr preferRelativeResize="0"/>
          <p:nvPr/>
        </p:nvPicPr>
        <p:blipFill>
          <a:blip r:embed="rId4">
            <a:alphaModFix/>
          </a:blip>
          <a:stretch>
            <a:fillRect/>
          </a:stretch>
        </p:blipFill>
        <p:spPr>
          <a:xfrm>
            <a:off x="1829000" y="2211773"/>
            <a:ext cx="5905500" cy="2446775"/>
          </a:xfrm>
          <a:prstGeom prst="rect">
            <a:avLst/>
          </a:prstGeom>
          <a:noFill/>
          <a:ln>
            <a:noFill/>
          </a:ln>
        </p:spPr>
      </p:pic>
      <p:sp>
        <p:nvSpPr>
          <p:cNvPr id="470" name="Google Shape;470;p27"/>
          <p:cNvSpPr txBox="1"/>
          <p:nvPr/>
        </p:nvSpPr>
        <p:spPr>
          <a:xfrm>
            <a:off x="787125" y="907025"/>
            <a:ext cx="7418400" cy="1212000"/>
          </a:xfrm>
          <a:prstGeom prst="rect">
            <a:avLst/>
          </a:prstGeom>
          <a:noFill/>
          <a:ln>
            <a:noFill/>
          </a:ln>
        </p:spPr>
        <p:txBody>
          <a:bodyPr anchorCtr="0" anchor="t" bIns="91425" lIns="91425" spcFirstLastPara="1" rIns="91425" wrap="square" tIns="91425">
            <a:spAutoFit/>
          </a:bodyPr>
          <a:lstStyle/>
          <a:p>
            <a:pPr indent="0" lvl="0" marL="457200" rtl="0" algn="just">
              <a:lnSpc>
                <a:spcPct val="115000"/>
              </a:lnSpc>
              <a:spcBef>
                <a:spcPts val="1500"/>
              </a:spcBef>
              <a:spcAft>
                <a:spcPts val="1500"/>
              </a:spcAft>
              <a:buClr>
                <a:schemeClr val="dk1"/>
              </a:buClr>
              <a:buSzPts val="1100"/>
              <a:buFont typeface="Arial"/>
              <a:buNone/>
            </a:pPr>
            <a:r>
              <a:rPr lang="en-GB" sz="1500">
                <a:solidFill>
                  <a:srgbClr val="3C78D8"/>
                </a:solidFill>
                <a:highlight>
                  <a:srgbClr val="FFFFFF"/>
                </a:highlight>
                <a:latin typeface="Poppins"/>
                <a:ea typeface="Poppins"/>
                <a:cs typeface="Poppins"/>
                <a:sym typeface="Poppins"/>
              </a:rPr>
              <a:t>Behaviors are </a:t>
            </a:r>
            <a:r>
              <a:rPr lang="en-GB" sz="1500">
                <a:solidFill>
                  <a:srgbClr val="3C78D8"/>
                </a:solidFill>
                <a:latin typeface="Poppins"/>
                <a:ea typeface="Poppins"/>
                <a:cs typeface="Poppins"/>
                <a:sym typeface="Poppins"/>
              </a:rPr>
              <a:t>pre-defined sets of actions that a sprite can perform over and over</a:t>
            </a:r>
            <a:r>
              <a:rPr lang="en-GB" sz="1500">
                <a:solidFill>
                  <a:srgbClr val="3C78D8"/>
                </a:solidFill>
                <a:highlight>
                  <a:srgbClr val="FFFFFF"/>
                </a:highlight>
                <a:latin typeface="Poppins"/>
                <a:ea typeface="Poppins"/>
                <a:cs typeface="Poppins"/>
                <a:sym typeface="Poppins"/>
              </a:rPr>
              <a:t>. When a sprite begins a behavior you are telling the computer to run that set of actions on the sprite over and over until the behavior stops.</a:t>
            </a:r>
            <a:endParaRPr>
              <a:solidFill>
                <a:srgbClr val="3C78D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28"/>
          <p:cNvSpPr/>
          <p:nvPr/>
        </p:nvSpPr>
        <p:spPr>
          <a:xfrm>
            <a:off x="3947512" y="740933"/>
            <a:ext cx="1596294" cy="1471446"/>
          </a:xfrm>
          <a:custGeom>
            <a:rect b="b" l="l" r="r" t="t"/>
            <a:pathLst>
              <a:path extrusionOk="0" h="21600" w="21600">
                <a:moveTo>
                  <a:pt x="8780" y="21600"/>
                </a:moveTo>
                <a:lnTo>
                  <a:pt x="8310" y="21577"/>
                </a:lnTo>
                <a:lnTo>
                  <a:pt x="7850" y="21526"/>
                </a:lnTo>
                <a:lnTo>
                  <a:pt x="7400" y="21444"/>
                </a:lnTo>
                <a:lnTo>
                  <a:pt x="6961" y="21329"/>
                </a:lnTo>
                <a:lnTo>
                  <a:pt x="6532" y="21182"/>
                </a:lnTo>
                <a:lnTo>
                  <a:pt x="6116" y="21003"/>
                </a:lnTo>
                <a:lnTo>
                  <a:pt x="5711" y="20792"/>
                </a:lnTo>
                <a:lnTo>
                  <a:pt x="5318" y="20552"/>
                </a:lnTo>
                <a:lnTo>
                  <a:pt x="4938" y="20287"/>
                </a:lnTo>
                <a:lnTo>
                  <a:pt x="4569" y="19998"/>
                </a:lnTo>
                <a:lnTo>
                  <a:pt x="4212" y="19689"/>
                </a:lnTo>
                <a:lnTo>
                  <a:pt x="3868" y="19360"/>
                </a:lnTo>
                <a:lnTo>
                  <a:pt x="3537" y="19015"/>
                </a:lnTo>
                <a:lnTo>
                  <a:pt x="3218" y="18657"/>
                </a:lnTo>
                <a:lnTo>
                  <a:pt x="2911" y="18287"/>
                </a:lnTo>
                <a:lnTo>
                  <a:pt x="2618" y="17909"/>
                </a:lnTo>
                <a:lnTo>
                  <a:pt x="2337" y="17524"/>
                </a:lnTo>
                <a:lnTo>
                  <a:pt x="2044" y="17106"/>
                </a:lnTo>
                <a:lnTo>
                  <a:pt x="1767" y="16682"/>
                </a:lnTo>
                <a:lnTo>
                  <a:pt x="1507" y="16255"/>
                </a:lnTo>
                <a:lnTo>
                  <a:pt x="1263" y="15823"/>
                </a:lnTo>
                <a:lnTo>
                  <a:pt x="1039" y="15386"/>
                </a:lnTo>
                <a:lnTo>
                  <a:pt x="833" y="14947"/>
                </a:lnTo>
                <a:lnTo>
                  <a:pt x="648" y="14504"/>
                </a:lnTo>
                <a:lnTo>
                  <a:pt x="485" y="14057"/>
                </a:lnTo>
                <a:lnTo>
                  <a:pt x="343" y="13608"/>
                </a:lnTo>
                <a:lnTo>
                  <a:pt x="225" y="13156"/>
                </a:lnTo>
                <a:lnTo>
                  <a:pt x="130" y="12702"/>
                </a:lnTo>
                <a:lnTo>
                  <a:pt x="61" y="12246"/>
                </a:lnTo>
                <a:lnTo>
                  <a:pt x="18" y="11785"/>
                </a:lnTo>
                <a:lnTo>
                  <a:pt x="0" y="11324"/>
                </a:lnTo>
                <a:lnTo>
                  <a:pt x="7" y="10862"/>
                </a:lnTo>
                <a:lnTo>
                  <a:pt x="39" y="10400"/>
                </a:lnTo>
                <a:lnTo>
                  <a:pt x="93" y="9941"/>
                </a:lnTo>
                <a:lnTo>
                  <a:pt x="171" y="9483"/>
                </a:lnTo>
                <a:lnTo>
                  <a:pt x="270" y="9029"/>
                </a:lnTo>
                <a:lnTo>
                  <a:pt x="390" y="8578"/>
                </a:lnTo>
                <a:lnTo>
                  <a:pt x="530" y="8133"/>
                </a:lnTo>
                <a:lnTo>
                  <a:pt x="690" y="7693"/>
                </a:lnTo>
                <a:lnTo>
                  <a:pt x="869" y="7259"/>
                </a:lnTo>
                <a:lnTo>
                  <a:pt x="1065" y="6832"/>
                </a:lnTo>
                <a:lnTo>
                  <a:pt x="1282" y="6417"/>
                </a:lnTo>
                <a:lnTo>
                  <a:pt x="1517" y="6011"/>
                </a:lnTo>
                <a:lnTo>
                  <a:pt x="1769" y="5612"/>
                </a:lnTo>
                <a:lnTo>
                  <a:pt x="2037" y="5222"/>
                </a:lnTo>
                <a:lnTo>
                  <a:pt x="2321" y="4839"/>
                </a:lnTo>
                <a:lnTo>
                  <a:pt x="2622" y="4465"/>
                </a:lnTo>
                <a:lnTo>
                  <a:pt x="2938" y="4098"/>
                </a:lnTo>
                <a:lnTo>
                  <a:pt x="3269" y="3738"/>
                </a:lnTo>
                <a:lnTo>
                  <a:pt x="3616" y="3386"/>
                </a:lnTo>
                <a:lnTo>
                  <a:pt x="3977" y="3041"/>
                </a:lnTo>
                <a:lnTo>
                  <a:pt x="4352" y="2704"/>
                </a:lnTo>
                <a:lnTo>
                  <a:pt x="4741" y="2373"/>
                </a:lnTo>
                <a:lnTo>
                  <a:pt x="5109" y="2074"/>
                </a:lnTo>
                <a:lnTo>
                  <a:pt x="5489" y="1785"/>
                </a:lnTo>
                <a:lnTo>
                  <a:pt x="5879" y="1507"/>
                </a:lnTo>
                <a:lnTo>
                  <a:pt x="6278" y="1245"/>
                </a:lnTo>
                <a:lnTo>
                  <a:pt x="6685" y="999"/>
                </a:lnTo>
                <a:lnTo>
                  <a:pt x="7099" y="774"/>
                </a:lnTo>
                <a:lnTo>
                  <a:pt x="7519" y="572"/>
                </a:lnTo>
                <a:lnTo>
                  <a:pt x="7944" y="396"/>
                </a:lnTo>
                <a:lnTo>
                  <a:pt x="8372" y="248"/>
                </a:lnTo>
                <a:lnTo>
                  <a:pt x="8803" y="132"/>
                </a:lnTo>
                <a:lnTo>
                  <a:pt x="9235" y="50"/>
                </a:lnTo>
                <a:lnTo>
                  <a:pt x="9668" y="5"/>
                </a:lnTo>
                <a:lnTo>
                  <a:pt x="10099" y="0"/>
                </a:lnTo>
                <a:lnTo>
                  <a:pt x="10529" y="33"/>
                </a:lnTo>
                <a:lnTo>
                  <a:pt x="10959" y="106"/>
                </a:lnTo>
                <a:lnTo>
                  <a:pt x="11389" y="214"/>
                </a:lnTo>
                <a:lnTo>
                  <a:pt x="11820" y="354"/>
                </a:lnTo>
                <a:lnTo>
                  <a:pt x="12254" y="521"/>
                </a:lnTo>
                <a:lnTo>
                  <a:pt x="12691" y="712"/>
                </a:lnTo>
                <a:lnTo>
                  <a:pt x="13132" y="922"/>
                </a:lnTo>
                <a:lnTo>
                  <a:pt x="13579" y="1149"/>
                </a:lnTo>
                <a:lnTo>
                  <a:pt x="14032" y="1388"/>
                </a:lnTo>
                <a:lnTo>
                  <a:pt x="14960" y="1886"/>
                </a:lnTo>
                <a:lnTo>
                  <a:pt x="15437" y="2138"/>
                </a:lnTo>
                <a:lnTo>
                  <a:pt x="15924" y="2387"/>
                </a:lnTo>
                <a:lnTo>
                  <a:pt x="16386" y="2612"/>
                </a:lnTo>
                <a:lnTo>
                  <a:pt x="17784" y="3270"/>
                </a:lnTo>
                <a:lnTo>
                  <a:pt x="18240" y="3491"/>
                </a:lnTo>
                <a:lnTo>
                  <a:pt x="18684" y="3717"/>
                </a:lnTo>
                <a:lnTo>
                  <a:pt x="19112" y="3948"/>
                </a:lnTo>
                <a:lnTo>
                  <a:pt x="19519" y="4188"/>
                </a:lnTo>
                <a:lnTo>
                  <a:pt x="19901" y="4438"/>
                </a:lnTo>
                <a:lnTo>
                  <a:pt x="20254" y="4701"/>
                </a:lnTo>
                <a:lnTo>
                  <a:pt x="20572" y="4978"/>
                </a:lnTo>
                <a:lnTo>
                  <a:pt x="20853" y="5272"/>
                </a:lnTo>
                <a:lnTo>
                  <a:pt x="21091" y="5585"/>
                </a:lnTo>
                <a:lnTo>
                  <a:pt x="21282" y="5919"/>
                </a:lnTo>
                <a:lnTo>
                  <a:pt x="21427" y="6274"/>
                </a:lnTo>
                <a:lnTo>
                  <a:pt x="21526" y="6651"/>
                </a:lnTo>
                <a:lnTo>
                  <a:pt x="21582" y="7047"/>
                </a:lnTo>
                <a:lnTo>
                  <a:pt x="21600" y="7460"/>
                </a:lnTo>
                <a:lnTo>
                  <a:pt x="21585" y="7889"/>
                </a:lnTo>
                <a:lnTo>
                  <a:pt x="21541" y="8332"/>
                </a:lnTo>
                <a:lnTo>
                  <a:pt x="21473" y="8788"/>
                </a:lnTo>
                <a:lnTo>
                  <a:pt x="21385" y="9254"/>
                </a:lnTo>
                <a:lnTo>
                  <a:pt x="21282" y="9729"/>
                </a:lnTo>
                <a:lnTo>
                  <a:pt x="21167" y="10211"/>
                </a:lnTo>
                <a:lnTo>
                  <a:pt x="20923" y="11190"/>
                </a:lnTo>
                <a:lnTo>
                  <a:pt x="20803" y="11684"/>
                </a:lnTo>
                <a:lnTo>
                  <a:pt x="20689" y="12178"/>
                </a:lnTo>
                <a:lnTo>
                  <a:pt x="20588" y="12671"/>
                </a:lnTo>
                <a:lnTo>
                  <a:pt x="20494" y="13161"/>
                </a:lnTo>
                <a:lnTo>
                  <a:pt x="20319" y="14124"/>
                </a:lnTo>
                <a:lnTo>
                  <a:pt x="20231" y="14594"/>
                </a:lnTo>
                <a:lnTo>
                  <a:pt x="20138" y="15055"/>
                </a:lnTo>
                <a:lnTo>
                  <a:pt x="20038" y="15504"/>
                </a:lnTo>
                <a:lnTo>
                  <a:pt x="19928" y="15941"/>
                </a:lnTo>
                <a:lnTo>
                  <a:pt x="19804" y="16363"/>
                </a:lnTo>
                <a:lnTo>
                  <a:pt x="19664" y="16770"/>
                </a:lnTo>
                <a:lnTo>
                  <a:pt x="19505" y="17159"/>
                </a:lnTo>
                <a:lnTo>
                  <a:pt x="19323" y="17529"/>
                </a:lnTo>
                <a:lnTo>
                  <a:pt x="19115" y="17879"/>
                </a:lnTo>
                <a:lnTo>
                  <a:pt x="18879" y="18206"/>
                </a:lnTo>
                <a:lnTo>
                  <a:pt x="18590" y="18532"/>
                </a:lnTo>
                <a:lnTo>
                  <a:pt x="18267" y="18833"/>
                </a:lnTo>
                <a:lnTo>
                  <a:pt x="17912" y="19109"/>
                </a:lnTo>
                <a:lnTo>
                  <a:pt x="17529" y="19363"/>
                </a:lnTo>
                <a:lnTo>
                  <a:pt x="17120" y="19596"/>
                </a:lnTo>
                <a:lnTo>
                  <a:pt x="16688" y="19810"/>
                </a:lnTo>
                <a:lnTo>
                  <a:pt x="16237" y="20007"/>
                </a:lnTo>
                <a:lnTo>
                  <a:pt x="15768" y="20188"/>
                </a:lnTo>
                <a:lnTo>
                  <a:pt x="15285" y="20355"/>
                </a:lnTo>
                <a:lnTo>
                  <a:pt x="14790" y="20511"/>
                </a:lnTo>
                <a:lnTo>
                  <a:pt x="14287" y="20655"/>
                </a:lnTo>
                <a:lnTo>
                  <a:pt x="13778" y="20791"/>
                </a:lnTo>
                <a:lnTo>
                  <a:pt x="13266" y="20920"/>
                </a:lnTo>
                <a:lnTo>
                  <a:pt x="12754" y="21046"/>
                </a:lnTo>
                <a:lnTo>
                  <a:pt x="12244" y="21165"/>
                </a:lnTo>
                <a:lnTo>
                  <a:pt x="11736" y="21275"/>
                </a:lnTo>
                <a:lnTo>
                  <a:pt x="11230" y="21372"/>
                </a:lnTo>
                <a:lnTo>
                  <a:pt x="10729" y="21456"/>
                </a:lnTo>
                <a:lnTo>
                  <a:pt x="10232" y="21522"/>
                </a:lnTo>
                <a:lnTo>
                  <a:pt x="9741" y="21570"/>
                </a:lnTo>
                <a:lnTo>
                  <a:pt x="9257" y="21597"/>
                </a:lnTo>
                <a:lnTo>
                  <a:pt x="878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476" name="Google Shape;476;p28"/>
          <p:cNvSpPr txBox="1"/>
          <p:nvPr/>
        </p:nvSpPr>
        <p:spPr>
          <a:xfrm>
            <a:off x="2762274" y="3216296"/>
            <a:ext cx="3627000" cy="261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600"/>
              <a:buFont typeface="Arial"/>
              <a:buNone/>
            </a:pPr>
            <a:r>
              <a:t/>
            </a:r>
            <a:endParaRPr b="1" i="0" sz="1700" u="none" cap="none" strike="noStrike">
              <a:solidFill>
                <a:srgbClr val="000000"/>
              </a:solidFill>
              <a:latin typeface="Poppins"/>
              <a:ea typeface="Poppins"/>
              <a:cs typeface="Poppins"/>
              <a:sym typeface="Poppins"/>
            </a:endParaRPr>
          </a:p>
        </p:txBody>
      </p:sp>
      <p:sp>
        <p:nvSpPr>
          <p:cNvPr id="477" name="Google Shape;477;p28"/>
          <p:cNvSpPr/>
          <p:nvPr/>
        </p:nvSpPr>
        <p:spPr>
          <a:xfrm>
            <a:off x="307220" y="2833175"/>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478" name="Google Shape;478;p28"/>
          <p:cNvSpPr/>
          <p:nvPr/>
        </p:nvSpPr>
        <p:spPr>
          <a:xfrm>
            <a:off x="703436" y="3463222"/>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479" name="Google Shape;479;p28"/>
          <p:cNvSpPr/>
          <p:nvPr/>
        </p:nvSpPr>
        <p:spPr>
          <a:xfrm>
            <a:off x="1121568" y="329326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8" id="480" name="Google Shape;480;p28"/>
          <p:cNvPicPr preferRelativeResize="0"/>
          <p:nvPr/>
        </p:nvPicPr>
        <p:blipFill rotWithShape="1">
          <a:blip r:embed="rId3">
            <a:alphaModFix/>
          </a:blip>
          <a:srcRect b="0" l="0" r="0" t="0"/>
          <a:stretch/>
        </p:blipFill>
        <p:spPr>
          <a:xfrm>
            <a:off x="800100" y="2571750"/>
            <a:ext cx="64293" cy="64293"/>
          </a:xfrm>
          <a:prstGeom prst="rect">
            <a:avLst/>
          </a:prstGeom>
          <a:noFill/>
          <a:ln>
            <a:noFill/>
          </a:ln>
        </p:spPr>
      </p:pic>
      <p:pic>
        <p:nvPicPr>
          <p:cNvPr descr="object 9" id="481" name="Google Shape;481;p28"/>
          <p:cNvPicPr preferRelativeResize="0"/>
          <p:nvPr/>
        </p:nvPicPr>
        <p:blipFill rotWithShape="1">
          <a:blip r:embed="rId3">
            <a:alphaModFix/>
          </a:blip>
          <a:srcRect b="0" l="0" r="0" t="0"/>
          <a:stretch/>
        </p:blipFill>
        <p:spPr>
          <a:xfrm>
            <a:off x="921544" y="2571750"/>
            <a:ext cx="64293" cy="64293"/>
          </a:xfrm>
          <a:prstGeom prst="rect">
            <a:avLst/>
          </a:prstGeom>
          <a:noFill/>
          <a:ln>
            <a:noFill/>
          </a:ln>
        </p:spPr>
      </p:pic>
      <p:pic>
        <p:nvPicPr>
          <p:cNvPr descr="object 10" id="482" name="Google Shape;482;p28"/>
          <p:cNvPicPr preferRelativeResize="0"/>
          <p:nvPr/>
        </p:nvPicPr>
        <p:blipFill rotWithShape="1">
          <a:blip r:embed="rId3">
            <a:alphaModFix/>
          </a:blip>
          <a:srcRect b="0" l="0" r="0" t="0"/>
          <a:stretch/>
        </p:blipFill>
        <p:spPr>
          <a:xfrm>
            <a:off x="857250" y="2457450"/>
            <a:ext cx="64293" cy="64293"/>
          </a:xfrm>
          <a:prstGeom prst="rect">
            <a:avLst/>
          </a:prstGeom>
          <a:noFill/>
          <a:ln>
            <a:noFill/>
          </a:ln>
        </p:spPr>
      </p:pic>
      <p:grpSp>
        <p:nvGrpSpPr>
          <p:cNvPr id="483" name="Google Shape;483;p28"/>
          <p:cNvGrpSpPr/>
          <p:nvPr/>
        </p:nvGrpSpPr>
        <p:grpSpPr>
          <a:xfrm>
            <a:off x="-1" y="-1"/>
            <a:ext cx="2336020" cy="2278854"/>
            <a:chOff x="-1" y="-1"/>
            <a:chExt cx="4152924" cy="4051296"/>
          </a:xfrm>
        </p:grpSpPr>
        <p:sp>
          <p:nvSpPr>
            <p:cNvPr id="484" name="Google Shape;484;p28"/>
            <p:cNvSpPr/>
            <p:nvPr/>
          </p:nvSpPr>
          <p:spPr>
            <a:xfrm>
              <a:off x="-1" y="-1"/>
              <a:ext cx="4152924" cy="4051296"/>
            </a:xfrm>
            <a:custGeom>
              <a:rect b="b" l="l" r="r" t="t"/>
              <a:pathLst>
                <a:path extrusionOk="0" h="21600" w="21600">
                  <a:moveTo>
                    <a:pt x="8290" y="21600"/>
                  </a:moveTo>
                  <a:lnTo>
                    <a:pt x="7963" y="21596"/>
                  </a:lnTo>
                  <a:lnTo>
                    <a:pt x="7637" y="21584"/>
                  </a:lnTo>
                  <a:lnTo>
                    <a:pt x="7311" y="21563"/>
                  </a:lnTo>
                  <a:lnTo>
                    <a:pt x="6985" y="21534"/>
                  </a:lnTo>
                  <a:lnTo>
                    <a:pt x="6661" y="21497"/>
                  </a:lnTo>
                  <a:lnTo>
                    <a:pt x="6337" y="21452"/>
                  </a:lnTo>
                  <a:lnTo>
                    <a:pt x="6014" y="21399"/>
                  </a:lnTo>
                  <a:lnTo>
                    <a:pt x="5693" y="21338"/>
                  </a:lnTo>
                  <a:lnTo>
                    <a:pt x="5374" y="21268"/>
                  </a:lnTo>
                  <a:lnTo>
                    <a:pt x="5056" y="21191"/>
                  </a:lnTo>
                  <a:lnTo>
                    <a:pt x="4740" y="21106"/>
                  </a:lnTo>
                  <a:lnTo>
                    <a:pt x="4426" y="21012"/>
                  </a:lnTo>
                  <a:lnTo>
                    <a:pt x="4115" y="20911"/>
                  </a:lnTo>
                  <a:lnTo>
                    <a:pt x="3806" y="20802"/>
                  </a:lnTo>
                  <a:lnTo>
                    <a:pt x="3500" y="20686"/>
                  </a:lnTo>
                  <a:lnTo>
                    <a:pt x="3196" y="20561"/>
                  </a:lnTo>
                  <a:lnTo>
                    <a:pt x="2896" y="20429"/>
                  </a:lnTo>
                  <a:lnTo>
                    <a:pt x="2599" y="20290"/>
                  </a:lnTo>
                  <a:lnTo>
                    <a:pt x="2306" y="20143"/>
                  </a:lnTo>
                  <a:lnTo>
                    <a:pt x="2016" y="19989"/>
                  </a:lnTo>
                  <a:lnTo>
                    <a:pt x="1729" y="19827"/>
                  </a:lnTo>
                  <a:lnTo>
                    <a:pt x="1447" y="19659"/>
                  </a:lnTo>
                  <a:lnTo>
                    <a:pt x="1169" y="19483"/>
                  </a:lnTo>
                  <a:lnTo>
                    <a:pt x="895" y="19301"/>
                  </a:lnTo>
                  <a:lnTo>
                    <a:pt x="626" y="19111"/>
                  </a:lnTo>
                  <a:lnTo>
                    <a:pt x="361" y="18915"/>
                  </a:lnTo>
                  <a:lnTo>
                    <a:pt x="101" y="18712"/>
                  </a:lnTo>
                  <a:lnTo>
                    <a:pt x="0" y="18630"/>
                  </a:lnTo>
                  <a:lnTo>
                    <a:pt x="0" y="0"/>
                  </a:lnTo>
                  <a:lnTo>
                    <a:pt x="19103" y="0"/>
                  </a:lnTo>
                  <a:lnTo>
                    <a:pt x="19172" y="100"/>
                  </a:lnTo>
                  <a:lnTo>
                    <a:pt x="19357" y="376"/>
                  </a:lnTo>
                  <a:lnTo>
                    <a:pt x="19535" y="657"/>
                  </a:lnTo>
                  <a:lnTo>
                    <a:pt x="19706" y="942"/>
                  </a:lnTo>
                  <a:lnTo>
                    <a:pt x="19871" y="1231"/>
                  </a:lnTo>
                  <a:lnTo>
                    <a:pt x="20028" y="1524"/>
                  </a:lnTo>
                  <a:lnTo>
                    <a:pt x="20179" y="1822"/>
                  </a:lnTo>
                  <a:lnTo>
                    <a:pt x="20322" y="2123"/>
                  </a:lnTo>
                  <a:lnTo>
                    <a:pt x="20458" y="2427"/>
                  </a:lnTo>
                  <a:lnTo>
                    <a:pt x="20587" y="2735"/>
                  </a:lnTo>
                  <a:lnTo>
                    <a:pt x="20708" y="3046"/>
                  </a:lnTo>
                  <a:lnTo>
                    <a:pt x="20822" y="3360"/>
                  </a:lnTo>
                  <a:lnTo>
                    <a:pt x="20928" y="3676"/>
                  </a:lnTo>
                  <a:lnTo>
                    <a:pt x="21027" y="3995"/>
                  </a:lnTo>
                  <a:lnTo>
                    <a:pt x="21118" y="4317"/>
                  </a:lnTo>
                  <a:lnTo>
                    <a:pt x="21201" y="4641"/>
                  </a:lnTo>
                  <a:lnTo>
                    <a:pt x="21277" y="4967"/>
                  </a:lnTo>
                  <a:lnTo>
                    <a:pt x="21344" y="5294"/>
                  </a:lnTo>
                  <a:lnTo>
                    <a:pt x="21404" y="5624"/>
                  </a:lnTo>
                  <a:lnTo>
                    <a:pt x="21456" y="5954"/>
                  </a:lnTo>
                  <a:lnTo>
                    <a:pt x="21500" y="6286"/>
                  </a:lnTo>
                  <a:lnTo>
                    <a:pt x="21536" y="6619"/>
                  </a:lnTo>
                  <a:lnTo>
                    <a:pt x="21564" y="6952"/>
                  </a:lnTo>
                  <a:lnTo>
                    <a:pt x="21584" y="7287"/>
                  </a:lnTo>
                  <a:lnTo>
                    <a:pt x="21596" y="7621"/>
                  </a:lnTo>
                  <a:lnTo>
                    <a:pt x="21600" y="7956"/>
                  </a:lnTo>
                  <a:lnTo>
                    <a:pt x="21599" y="8124"/>
                  </a:lnTo>
                  <a:lnTo>
                    <a:pt x="21591" y="8458"/>
                  </a:lnTo>
                  <a:lnTo>
                    <a:pt x="21575" y="8793"/>
                  </a:lnTo>
                  <a:lnTo>
                    <a:pt x="21551" y="9127"/>
                  </a:lnTo>
                  <a:lnTo>
                    <a:pt x="21519" y="9460"/>
                  </a:lnTo>
                  <a:lnTo>
                    <a:pt x="21479" y="9792"/>
                  </a:lnTo>
                  <a:lnTo>
                    <a:pt x="21431" y="10124"/>
                  </a:lnTo>
                  <a:lnTo>
                    <a:pt x="21375" y="10453"/>
                  </a:lnTo>
                  <a:lnTo>
                    <a:pt x="21311" y="10782"/>
                  </a:lnTo>
                  <a:lnTo>
                    <a:pt x="21240" y="11109"/>
                  </a:lnTo>
                  <a:lnTo>
                    <a:pt x="21160" y="11433"/>
                  </a:lnTo>
                  <a:lnTo>
                    <a:pt x="21073" y="11756"/>
                  </a:lnTo>
                  <a:lnTo>
                    <a:pt x="20978" y="12077"/>
                  </a:lnTo>
                  <a:lnTo>
                    <a:pt x="20876" y="12395"/>
                  </a:lnTo>
                  <a:lnTo>
                    <a:pt x="20766" y="12710"/>
                  </a:lnTo>
                  <a:lnTo>
                    <a:pt x="20648" y="13022"/>
                  </a:lnTo>
                  <a:lnTo>
                    <a:pt x="20523" y="13332"/>
                  </a:lnTo>
                  <a:lnTo>
                    <a:pt x="20391" y="13638"/>
                  </a:lnTo>
                  <a:lnTo>
                    <a:pt x="20251" y="13941"/>
                  </a:lnTo>
                  <a:lnTo>
                    <a:pt x="20104" y="14240"/>
                  </a:lnTo>
                  <a:lnTo>
                    <a:pt x="19950" y="14535"/>
                  </a:lnTo>
                  <a:lnTo>
                    <a:pt x="19789" y="14826"/>
                  </a:lnTo>
                  <a:lnTo>
                    <a:pt x="19622" y="15114"/>
                  </a:lnTo>
                  <a:lnTo>
                    <a:pt x="19447" y="15396"/>
                  </a:lnTo>
                  <a:lnTo>
                    <a:pt x="19265" y="15675"/>
                  </a:lnTo>
                  <a:lnTo>
                    <a:pt x="19077" y="15949"/>
                  </a:lnTo>
                  <a:lnTo>
                    <a:pt x="18883" y="16218"/>
                  </a:lnTo>
                  <a:lnTo>
                    <a:pt x="18682" y="16482"/>
                  </a:lnTo>
                  <a:lnTo>
                    <a:pt x="18474" y="16740"/>
                  </a:lnTo>
                  <a:lnTo>
                    <a:pt x="18261" y="16994"/>
                  </a:lnTo>
                  <a:lnTo>
                    <a:pt x="18042" y="17242"/>
                  </a:lnTo>
                  <a:lnTo>
                    <a:pt x="17816" y="17485"/>
                  </a:lnTo>
                  <a:lnTo>
                    <a:pt x="17585" y="17721"/>
                  </a:lnTo>
                  <a:lnTo>
                    <a:pt x="17349" y="17952"/>
                  </a:lnTo>
                  <a:lnTo>
                    <a:pt x="17107" y="18177"/>
                  </a:lnTo>
                  <a:lnTo>
                    <a:pt x="16859" y="18396"/>
                  </a:lnTo>
                  <a:lnTo>
                    <a:pt x="16607" y="18608"/>
                  </a:lnTo>
                  <a:lnTo>
                    <a:pt x="16349" y="18814"/>
                  </a:lnTo>
                  <a:lnTo>
                    <a:pt x="16087" y="19014"/>
                  </a:lnTo>
                  <a:lnTo>
                    <a:pt x="15820" y="19207"/>
                  </a:lnTo>
                  <a:lnTo>
                    <a:pt x="15548" y="19393"/>
                  </a:lnTo>
                  <a:lnTo>
                    <a:pt x="15272" y="19572"/>
                  </a:lnTo>
                  <a:lnTo>
                    <a:pt x="14992" y="19744"/>
                  </a:lnTo>
                  <a:lnTo>
                    <a:pt x="14708" y="19909"/>
                  </a:lnTo>
                  <a:lnTo>
                    <a:pt x="14420" y="20067"/>
                  </a:lnTo>
                  <a:lnTo>
                    <a:pt x="14128" y="20218"/>
                  </a:lnTo>
                  <a:lnTo>
                    <a:pt x="13833" y="20361"/>
                  </a:lnTo>
                  <a:lnTo>
                    <a:pt x="13534" y="20496"/>
                  </a:lnTo>
                  <a:lnTo>
                    <a:pt x="13232" y="20625"/>
                  </a:lnTo>
                  <a:lnTo>
                    <a:pt x="12927" y="20745"/>
                  </a:lnTo>
                  <a:lnTo>
                    <a:pt x="12620" y="20858"/>
                  </a:lnTo>
                  <a:lnTo>
                    <a:pt x="12310" y="20963"/>
                  </a:lnTo>
                  <a:lnTo>
                    <a:pt x="11997" y="21060"/>
                  </a:lnTo>
                  <a:lnTo>
                    <a:pt x="11682" y="21149"/>
                  </a:lnTo>
                  <a:lnTo>
                    <a:pt x="11365" y="21231"/>
                  </a:lnTo>
                  <a:lnTo>
                    <a:pt x="11047" y="21304"/>
                  </a:lnTo>
                  <a:lnTo>
                    <a:pt x="10726" y="21369"/>
                  </a:lnTo>
                  <a:lnTo>
                    <a:pt x="10404" y="21427"/>
                  </a:lnTo>
                  <a:lnTo>
                    <a:pt x="10081" y="21476"/>
                  </a:lnTo>
                  <a:lnTo>
                    <a:pt x="9757" y="21517"/>
                  </a:lnTo>
                  <a:lnTo>
                    <a:pt x="9432" y="21550"/>
                  </a:lnTo>
                  <a:lnTo>
                    <a:pt x="9106" y="21574"/>
                  </a:lnTo>
                  <a:lnTo>
                    <a:pt x="8780" y="21591"/>
                  </a:lnTo>
                  <a:lnTo>
                    <a:pt x="8453" y="21599"/>
                  </a:lnTo>
                  <a:lnTo>
                    <a:pt x="829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485" name="Google Shape;485;p28"/>
            <p:cNvGrpSpPr/>
            <p:nvPr/>
          </p:nvGrpSpPr>
          <p:grpSpPr>
            <a:xfrm>
              <a:off x="250176" y="40155"/>
              <a:ext cx="2448159" cy="3473930"/>
              <a:chOff x="0" y="0"/>
              <a:chExt cx="2448159" cy="3473930"/>
            </a:xfrm>
          </p:grpSpPr>
          <p:sp>
            <p:nvSpPr>
              <p:cNvPr id="486" name="Google Shape;486;p28"/>
              <p:cNvSpPr/>
              <p:nvPr/>
            </p:nvSpPr>
            <p:spPr>
              <a:xfrm>
                <a:off x="0" y="0"/>
                <a:ext cx="540918" cy="563328"/>
              </a:xfrm>
              <a:custGeom>
                <a:rect b="b" l="l" r="r" t="t"/>
                <a:pathLst>
                  <a:path extrusionOk="0" h="21600" w="21600">
                    <a:moveTo>
                      <a:pt x="21600" y="8169"/>
                    </a:moveTo>
                    <a:lnTo>
                      <a:pt x="12987" y="8461"/>
                    </a:lnTo>
                    <a:lnTo>
                      <a:pt x="10364" y="0"/>
                    </a:lnTo>
                    <a:lnTo>
                      <a:pt x="7669" y="8915"/>
                    </a:lnTo>
                    <a:lnTo>
                      <a:pt x="0" y="8916"/>
                    </a:lnTo>
                    <a:lnTo>
                      <a:pt x="6094" y="13469"/>
                    </a:lnTo>
                    <a:lnTo>
                      <a:pt x="2677" y="21600"/>
                    </a:lnTo>
                    <a:lnTo>
                      <a:pt x="10741" y="16167"/>
                    </a:lnTo>
                    <a:lnTo>
                      <a:pt x="18518"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487" name="Google Shape;487;p28"/>
              <p:cNvSpPr/>
              <p:nvPr/>
            </p:nvSpPr>
            <p:spPr>
              <a:xfrm>
                <a:off x="270039" y="1491577"/>
                <a:ext cx="377244" cy="392850"/>
              </a:xfrm>
              <a:custGeom>
                <a:rect b="b" l="l" r="r" t="t"/>
                <a:pathLst>
                  <a:path extrusionOk="0" h="21600" w="21600">
                    <a:moveTo>
                      <a:pt x="21600" y="8169"/>
                    </a:moveTo>
                    <a:lnTo>
                      <a:pt x="12986" y="8461"/>
                    </a:lnTo>
                    <a:lnTo>
                      <a:pt x="10364" y="0"/>
                    </a:lnTo>
                    <a:lnTo>
                      <a:pt x="7669" y="8915"/>
                    </a:lnTo>
                    <a:lnTo>
                      <a:pt x="0" y="8915"/>
                    </a:lnTo>
                    <a:lnTo>
                      <a:pt x="6094" y="13469"/>
                    </a:lnTo>
                    <a:lnTo>
                      <a:pt x="2677" y="21600"/>
                    </a:lnTo>
                    <a:lnTo>
                      <a:pt x="10741" y="16167"/>
                    </a:lnTo>
                    <a:lnTo>
                      <a:pt x="18517" y="21600"/>
                    </a:lnTo>
                    <a:lnTo>
                      <a:pt x="14916"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488" name="Google Shape;488;p28"/>
              <p:cNvSpPr/>
              <p:nvPr/>
            </p:nvSpPr>
            <p:spPr>
              <a:xfrm>
                <a:off x="631063" y="3077516"/>
                <a:ext cx="380646" cy="396414"/>
              </a:xfrm>
              <a:custGeom>
                <a:rect b="b" l="l" r="r" t="t"/>
                <a:pathLst>
                  <a:path extrusionOk="0" h="21600" w="21600">
                    <a:moveTo>
                      <a:pt x="21600" y="8170"/>
                    </a:moveTo>
                    <a:lnTo>
                      <a:pt x="12986" y="8461"/>
                    </a:lnTo>
                    <a:lnTo>
                      <a:pt x="10365" y="0"/>
                    </a:lnTo>
                    <a:lnTo>
                      <a:pt x="7669" y="8916"/>
                    </a:lnTo>
                    <a:lnTo>
                      <a:pt x="0" y="8916"/>
                    </a:lnTo>
                    <a:lnTo>
                      <a:pt x="6095" y="13469"/>
                    </a:lnTo>
                    <a:lnTo>
                      <a:pt x="2677" y="21600"/>
                    </a:lnTo>
                    <a:lnTo>
                      <a:pt x="10741" y="16167"/>
                    </a:lnTo>
                    <a:lnTo>
                      <a:pt x="18518" y="21599"/>
                    </a:lnTo>
                    <a:lnTo>
                      <a:pt x="14917" y="13014"/>
                    </a:lnTo>
                    <a:lnTo>
                      <a:pt x="21600" y="817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489" name="Google Shape;489;p28"/>
              <p:cNvSpPr/>
              <p:nvPr/>
            </p:nvSpPr>
            <p:spPr>
              <a:xfrm>
                <a:off x="1806207" y="317423"/>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pic>
          <p:nvPicPr>
            <p:cNvPr descr="object 14" id="490" name="Google Shape;490;p28"/>
            <p:cNvPicPr preferRelativeResize="0"/>
            <p:nvPr/>
          </p:nvPicPr>
          <p:blipFill rotWithShape="1">
            <a:blip r:embed="rId3">
              <a:alphaModFix/>
            </a:blip>
            <a:srcRect b="0" l="0" r="0" t="0"/>
            <a:stretch/>
          </p:blipFill>
          <p:spPr>
            <a:xfrm>
              <a:off x="3873501" y="1003299"/>
              <a:ext cx="114301" cy="114301"/>
            </a:xfrm>
            <a:prstGeom prst="rect">
              <a:avLst/>
            </a:prstGeom>
            <a:noFill/>
            <a:ln>
              <a:noFill/>
            </a:ln>
          </p:spPr>
        </p:pic>
      </p:grpSp>
      <p:pic>
        <p:nvPicPr>
          <p:cNvPr descr="object 15" id="491" name="Google Shape;491;p28"/>
          <p:cNvPicPr preferRelativeResize="0"/>
          <p:nvPr/>
        </p:nvPicPr>
        <p:blipFill rotWithShape="1">
          <a:blip r:embed="rId3">
            <a:alphaModFix/>
          </a:blip>
          <a:srcRect b="0" l="0" r="0" t="0"/>
          <a:stretch/>
        </p:blipFill>
        <p:spPr>
          <a:xfrm>
            <a:off x="2514600" y="107156"/>
            <a:ext cx="64293" cy="64293"/>
          </a:xfrm>
          <a:prstGeom prst="rect">
            <a:avLst/>
          </a:prstGeom>
          <a:noFill/>
          <a:ln>
            <a:noFill/>
          </a:ln>
        </p:spPr>
      </p:pic>
      <p:pic>
        <p:nvPicPr>
          <p:cNvPr descr="object 16" id="492" name="Google Shape;492;p28"/>
          <p:cNvPicPr preferRelativeResize="0"/>
          <p:nvPr/>
        </p:nvPicPr>
        <p:blipFill rotWithShape="1">
          <a:blip r:embed="rId3">
            <a:alphaModFix/>
          </a:blip>
          <a:srcRect b="0" l="0" r="0" t="0"/>
          <a:stretch/>
        </p:blipFill>
        <p:spPr>
          <a:xfrm>
            <a:off x="3093244" y="207169"/>
            <a:ext cx="64293" cy="64293"/>
          </a:xfrm>
          <a:prstGeom prst="rect">
            <a:avLst/>
          </a:prstGeom>
          <a:noFill/>
          <a:ln>
            <a:noFill/>
          </a:ln>
        </p:spPr>
      </p:pic>
      <p:sp>
        <p:nvSpPr>
          <p:cNvPr id="493" name="Google Shape;493;p28"/>
          <p:cNvSpPr/>
          <p:nvPr/>
        </p:nvSpPr>
        <p:spPr>
          <a:xfrm>
            <a:off x="621506" y="403621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494" name="Google Shape;494;p28"/>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495" name="Google Shape;495;p28"/>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496" name="Google Shape;496;p28"/>
          <p:cNvGrpSpPr/>
          <p:nvPr/>
        </p:nvGrpSpPr>
        <p:grpSpPr>
          <a:xfrm>
            <a:off x="7547699" y="3557588"/>
            <a:ext cx="1596313" cy="1585909"/>
            <a:chOff x="-2" y="0"/>
            <a:chExt cx="2837890" cy="2819394"/>
          </a:xfrm>
        </p:grpSpPr>
        <p:sp>
          <p:nvSpPr>
            <p:cNvPr id="497" name="Google Shape;497;p28"/>
            <p:cNvSpPr/>
            <p:nvPr/>
          </p:nvSpPr>
          <p:spPr>
            <a:xfrm>
              <a:off x="56564" y="0"/>
              <a:ext cx="2781324" cy="2819394"/>
            </a:xfrm>
            <a:custGeom>
              <a:rect b="b" l="l" r="r" t="t"/>
              <a:pathLst>
                <a:path extrusionOk="0" h="21600" w="21600">
                  <a:moveTo>
                    <a:pt x="21600" y="21600"/>
                  </a:moveTo>
                  <a:lnTo>
                    <a:pt x="2067" y="21600"/>
                  </a:lnTo>
                  <a:lnTo>
                    <a:pt x="2056" y="21582"/>
                  </a:lnTo>
                  <a:lnTo>
                    <a:pt x="1877" y="21280"/>
                  </a:lnTo>
                  <a:lnTo>
                    <a:pt x="1706" y="20973"/>
                  </a:lnTo>
                  <a:lnTo>
                    <a:pt x="1543" y="20663"/>
                  </a:lnTo>
                  <a:lnTo>
                    <a:pt x="1387" y="20348"/>
                  </a:lnTo>
                  <a:lnTo>
                    <a:pt x="1240" y="20030"/>
                  </a:lnTo>
                  <a:lnTo>
                    <a:pt x="1100" y="19709"/>
                  </a:lnTo>
                  <a:lnTo>
                    <a:pt x="968" y="19384"/>
                  </a:lnTo>
                  <a:lnTo>
                    <a:pt x="845" y="19056"/>
                  </a:lnTo>
                  <a:lnTo>
                    <a:pt x="729" y="18725"/>
                  </a:lnTo>
                  <a:lnTo>
                    <a:pt x="622" y="18392"/>
                  </a:lnTo>
                  <a:lnTo>
                    <a:pt x="523" y="18056"/>
                  </a:lnTo>
                  <a:lnTo>
                    <a:pt x="433" y="17718"/>
                  </a:lnTo>
                  <a:lnTo>
                    <a:pt x="351" y="17377"/>
                  </a:lnTo>
                  <a:lnTo>
                    <a:pt x="278" y="17035"/>
                  </a:lnTo>
                  <a:lnTo>
                    <a:pt x="213" y="16691"/>
                  </a:lnTo>
                  <a:lnTo>
                    <a:pt x="156" y="16346"/>
                  </a:lnTo>
                  <a:lnTo>
                    <a:pt x="109" y="15999"/>
                  </a:lnTo>
                  <a:lnTo>
                    <a:pt x="70" y="15651"/>
                  </a:lnTo>
                  <a:lnTo>
                    <a:pt x="39" y="15303"/>
                  </a:lnTo>
                  <a:lnTo>
                    <a:pt x="17" y="14953"/>
                  </a:lnTo>
                  <a:lnTo>
                    <a:pt x="4" y="14604"/>
                  </a:lnTo>
                  <a:lnTo>
                    <a:pt x="0" y="14254"/>
                  </a:lnTo>
                  <a:lnTo>
                    <a:pt x="1" y="14079"/>
                  </a:lnTo>
                  <a:lnTo>
                    <a:pt x="10" y="13729"/>
                  </a:lnTo>
                  <a:lnTo>
                    <a:pt x="27" y="13380"/>
                  </a:lnTo>
                  <a:lnTo>
                    <a:pt x="53" y="13031"/>
                  </a:lnTo>
                  <a:lnTo>
                    <a:pt x="88" y="12683"/>
                  </a:lnTo>
                  <a:lnTo>
                    <a:pt x="131" y="12336"/>
                  </a:lnTo>
                  <a:lnTo>
                    <a:pt x="183" y="11990"/>
                  </a:lnTo>
                  <a:lnTo>
                    <a:pt x="244" y="11645"/>
                  </a:lnTo>
                  <a:lnTo>
                    <a:pt x="313" y="11302"/>
                  </a:lnTo>
                  <a:lnTo>
                    <a:pt x="391" y="10961"/>
                  </a:lnTo>
                  <a:lnTo>
                    <a:pt x="477" y="10621"/>
                  </a:lnTo>
                  <a:lnTo>
                    <a:pt x="572" y="10284"/>
                  </a:lnTo>
                  <a:lnTo>
                    <a:pt x="675" y="9949"/>
                  </a:lnTo>
                  <a:lnTo>
                    <a:pt x="786" y="9617"/>
                  </a:lnTo>
                  <a:lnTo>
                    <a:pt x="905" y="9288"/>
                  </a:lnTo>
                  <a:lnTo>
                    <a:pt x="1033" y="8961"/>
                  </a:lnTo>
                  <a:lnTo>
                    <a:pt x="1169" y="8638"/>
                  </a:lnTo>
                  <a:lnTo>
                    <a:pt x="1312" y="8318"/>
                  </a:lnTo>
                  <a:lnTo>
                    <a:pt x="1464" y="8002"/>
                  </a:lnTo>
                  <a:lnTo>
                    <a:pt x="1624" y="7690"/>
                  </a:lnTo>
                  <a:lnTo>
                    <a:pt x="1791" y="7381"/>
                  </a:lnTo>
                  <a:lnTo>
                    <a:pt x="1965" y="7077"/>
                  </a:lnTo>
                  <a:lnTo>
                    <a:pt x="2148" y="6777"/>
                  </a:lnTo>
                  <a:lnTo>
                    <a:pt x="2338" y="6481"/>
                  </a:lnTo>
                  <a:lnTo>
                    <a:pt x="2535" y="6190"/>
                  </a:lnTo>
                  <a:lnTo>
                    <a:pt x="2739" y="5904"/>
                  </a:lnTo>
                  <a:lnTo>
                    <a:pt x="2950" y="5623"/>
                  </a:lnTo>
                  <a:lnTo>
                    <a:pt x="3168" y="5347"/>
                  </a:lnTo>
                  <a:lnTo>
                    <a:pt x="3393" y="5077"/>
                  </a:lnTo>
                  <a:lnTo>
                    <a:pt x="3625" y="4812"/>
                  </a:lnTo>
                  <a:lnTo>
                    <a:pt x="3863" y="4553"/>
                  </a:lnTo>
                  <a:lnTo>
                    <a:pt x="4107" y="4299"/>
                  </a:lnTo>
                  <a:lnTo>
                    <a:pt x="4358" y="4052"/>
                  </a:lnTo>
                  <a:lnTo>
                    <a:pt x="4615" y="3811"/>
                  </a:lnTo>
                  <a:lnTo>
                    <a:pt x="4878" y="3576"/>
                  </a:lnTo>
                  <a:lnTo>
                    <a:pt x="5146" y="3347"/>
                  </a:lnTo>
                  <a:lnTo>
                    <a:pt x="5421" y="3125"/>
                  </a:lnTo>
                  <a:lnTo>
                    <a:pt x="5700" y="2910"/>
                  </a:lnTo>
                  <a:lnTo>
                    <a:pt x="5985" y="2702"/>
                  </a:lnTo>
                  <a:lnTo>
                    <a:pt x="6275" y="2500"/>
                  </a:lnTo>
                  <a:lnTo>
                    <a:pt x="6570" y="2306"/>
                  </a:lnTo>
                  <a:lnTo>
                    <a:pt x="6869" y="2119"/>
                  </a:lnTo>
                  <a:lnTo>
                    <a:pt x="7174" y="1939"/>
                  </a:lnTo>
                  <a:lnTo>
                    <a:pt x="7482" y="1767"/>
                  </a:lnTo>
                  <a:lnTo>
                    <a:pt x="7795" y="1602"/>
                  </a:lnTo>
                  <a:lnTo>
                    <a:pt x="8112" y="1444"/>
                  </a:lnTo>
                  <a:lnTo>
                    <a:pt x="8432" y="1295"/>
                  </a:lnTo>
                  <a:lnTo>
                    <a:pt x="8756" y="1153"/>
                  </a:lnTo>
                  <a:lnTo>
                    <a:pt x="9084" y="1019"/>
                  </a:lnTo>
                  <a:lnTo>
                    <a:pt x="9415" y="893"/>
                  </a:lnTo>
                  <a:lnTo>
                    <a:pt x="9749" y="775"/>
                  </a:lnTo>
                  <a:lnTo>
                    <a:pt x="10086" y="666"/>
                  </a:lnTo>
                  <a:lnTo>
                    <a:pt x="10425" y="564"/>
                  </a:lnTo>
                  <a:lnTo>
                    <a:pt x="10767" y="471"/>
                  </a:lnTo>
                  <a:lnTo>
                    <a:pt x="11111" y="386"/>
                  </a:lnTo>
                  <a:lnTo>
                    <a:pt x="11457" y="309"/>
                  </a:lnTo>
                  <a:lnTo>
                    <a:pt x="11805" y="241"/>
                  </a:lnTo>
                  <a:lnTo>
                    <a:pt x="12154" y="181"/>
                  </a:lnTo>
                  <a:lnTo>
                    <a:pt x="12505" y="130"/>
                  </a:lnTo>
                  <a:lnTo>
                    <a:pt x="12857" y="87"/>
                  </a:lnTo>
                  <a:lnTo>
                    <a:pt x="13210" y="53"/>
                  </a:lnTo>
                  <a:lnTo>
                    <a:pt x="13563" y="27"/>
                  </a:lnTo>
                  <a:lnTo>
                    <a:pt x="13917" y="10"/>
                  </a:lnTo>
                  <a:lnTo>
                    <a:pt x="14272" y="1"/>
                  </a:lnTo>
                  <a:lnTo>
                    <a:pt x="14449" y="0"/>
                  </a:lnTo>
                  <a:lnTo>
                    <a:pt x="14627" y="1"/>
                  </a:lnTo>
                  <a:lnTo>
                    <a:pt x="14981" y="10"/>
                  </a:lnTo>
                  <a:lnTo>
                    <a:pt x="15335" y="27"/>
                  </a:lnTo>
                  <a:lnTo>
                    <a:pt x="15689" y="53"/>
                  </a:lnTo>
                  <a:lnTo>
                    <a:pt x="16042" y="87"/>
                  </a:lnTo>
                  <a:lnTo>
                    <a:pt x="16394" y="130"/>
                  </a:lnTo>
                  <a:lnTo>
                    <a:pt x="16745" y="181"/>
                  </a:lnTo>
                  <a:lnTo>
                    <a:pt x="17094" y="241"/>
                  </a:lnTo>
                  <a:lnTo>
                    <a:pt x="17442" y="309"/>
                  </a:lnTo>
                  <a:lnTo>
                    <a:pt x="17788" y="386"/>
                  </a:lnTo>
                  <a:lnTo>
                    <a:pt x="18132" y="471"/>
                  </a:lnTo>
                  <a:lnTo>
                    <a:pt x="18474" y="564"/>
                  </a:lnTo>
                  <a:lnTo>
                    <a:pt x="18813" y="666"/>
                  </a:lnTo>
                  <a:lnTo>
                    <a:pt x="19150" y="775"/>
                  </a:lnTo>
                  <a:lnTo>
                    <a:pt x="19484" y="893"/>
                  </a:lnTo>
                  <a:lnTo>
                    <a:pt x="19815" y="1019"/>
                  </a:lnTo>
                  <a:lnTo>
                    <a:pt x="20142" y="1153"/>
                  </a:lnTo>
                  <a:lnTo>
                    <a:pt x="20466" y="1295"/>
                  </a:lnTo>
                  <a:lnTo>
                    <a:pt x="20787" y="1444"/>
                  </a:lnTo>
                  <a:lnTo>
                    <a:pt x="21104" y="1602"/>
                  </a:lnTo>
                  <a:lnTo>
                    <a:pt x="21417" y="1767"/>
                  </a:lnTo>
                  <a:lnTo>
                    <a:pt x="21600" y="1868"/>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498" name="Google Shape;498;p28"/>
            <p:cNvGrpSpPr/>
            <p:nvPr/>
          </p:nvGrpSpPr>
          <p:grpSpPr>
            <a:xfrm>
              <a:off x="-2" y="564652"/>
              <a:ext cx="2448159" cy="1884384"/>
              <a:chOff x="-1" y="-1"/>
              <a:chExt cx="2448159" cy="1884384"/>
            </a:xfrm>
          </p:grpSpPr>
          <p:sp>
            <p:nvSpPr>
              <p:cNvPr id="499" name="Google Shape;499;p28"/>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00" name="Google Shape;500;p28"/>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01" name="Google Shape;501;p28"/>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502" name="Google Shape;502;p28"/>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03" name="Google Shape;503;p28"/>
          <p:cNvSpPr/>
          <p:nvPr/>
        </p:nvSpPr>
        <p:spPr>
          <a:xfrm>
            <a:off x="7736768"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25" id="504" name="Google Shape;504;p28"/>
          <p:cNvPicPr preferRelativeResize="0"/>
          <p:nvPr/>
        </p:nvPicPr>
        <p:blipFill rotWithShape="1">
          <a:blip r:embed="rId3">
            <a:alphaModFix/>
          </a:blip>
          <a:srcRect b="0" l="0" r="0" t="0"/>
          <a:stretch/>
        </p:blipFill>
        <p:spPr>
          <a:xfrm>
            <a:off x="8201114" y="2321719"/>
            <a:ext cx="64295" cy="64293"/>
          </a:xfrm>
          <a:prstGeom prst="rect">
            <a:avLst/>
          </a:prstGeom>
          <a:noFill/>
          <a:ln>
            <a:noFill/>
          </a:ln>
        </p:spPr>
      </p:pic>
      <p:pic>
        <p:nvPicPr>
          <p:cNvPr descr="object 26" id="505" name="Google Shape;505;p28"/>
          <p:cNvPicPr preferRelativeResize="0"/>
          <p:nvPr/>
        </p:nvPicPr>
        <p:blipFill rotWithShape="1">
          <a:blip r:embed="rId3">
            <a:alphaModFix/>
          </a:blip>
          <a:srcRect b="0" l="0" r="0" t="0"/>
          <a:stretch/>
        </p:blipFill>
        <p:spPr>
          <a:xfrm>
            <a:off x="8079670" y="2321719"/>
            <a:ext cx="64295" cy="64293"/>
          </a:xfrm>
          <a:prstGeom prst="rect">
            <a:avLst/>
          </a:prstGeom>
          <a:noFill/>
          <a:ln>
            <a:noFill/>
          </a:ln>
        </p:spPr>
      </p:pic>
      <p:pic>
        <p:nvPicPr>
          <p:cNvPr descr="object 27" id="506" name="Google Shape;506;p28"/>
          <p:cNvPicPr preferRelativeResize="0"/>
          <p:nvPr/>
        </p:nvPicPr>
        <p:blipFill rotWithShape="1">
          <a:blip r:embed="rId3">
            <a:alphaModFix/>
          </a:blip>
          <a:srcRect b="0" l="0" r="0" t="0"/>
          <a:stretch/>
        </p:blipFill>
        <p:spPr>
          <a:xfrm>
            <a:off x="8143964" y="2436019"/>
            <a:ext cx="64295" cy="64293"/>
          </a:xfrm>
          <a:prstGeom prst="rect">
            <a:avLst/>
          </a:prstGeom>
          <a:noFill/>
          <a:ln>
            <a:noFill/>
          </a:ln>
        </p:spPr>
      </p:pic>
      <p:pic>
        <p:nvPicPr>
          <p:cNvPr descr="object 28" id="507" name="Google Shape;507;p28"/>
          <p:cNvPicPr preferRelativeResize="0"/>
          <p:nvPr/>
        </p:nvPicPr>
        <p:blipFill rotWithShape="1">
          <a:blip r:embed="rId3">
            <a:alphaModFix/>
          </a:blip>
          <a:srcRect b="0" l="0" r="0" t="0"/>
          <a:stretch/>
        </p:blipFill>
        <p:spPr>
          <a:xfrm>
            <a:off x="6822368" y="4329113"/>
            <a:ext cx="64295" cy="64293"/>
          </a:xfrm>
          <a:prstGeom prst="rect">
            <a:avLst/>
          </a:prstGeom>
          <a:noFill/>
          <a:ln>
            <a:noFill/>
          </a:ln>
        </p:spPr>
      </p:pic>
      <p:pic>
        <p:nvPicPr>
          <p:cNvPr descr="object 29" id="508" name="Google Shape;508;p28"/>
          <p:cNvPicPr preferRelativeResize="0"/>
          <p:nvPr/>
        </p:nvPicPr>
        <p:blipFill rotWithShape="1">
          <a:blip r:embed="rId3">
            <a:alphaModFix/>
          </a:blip>
          <a:srcRect b="0" l="0" r="0" t="0"/>
          <a:stretch/>
        </p:blipFill>
        <p:spPr>
          <a:xfrm>
            <a:off x="6486612" y="4786313"/>
            <a:ext cx="64295" cy="64293"/>
          </a:xfrm>
          <a:prstGeom prst="rect">
            <a:avLst/>
          </a:prstGeom>
          <a:noFill/>
          <a:ln>
            <a:noFill/>
          </a:ln>
        </p:spPr>
      </p:pic>
      <p:pic>
        <p:nvPicPr>
          <p:cNvPr descr="object 30" id="509" name="Google Shape;509;p28"/>
          <p:cNvPicPr preferRelativeResize="0"/>
          <p:nvPr/>
        </p:nvPicPr>
        <p:blipFill rotWithShape="1">
          <a:blip r:embed="rId3">
            <a:alphaModFix/>
          </a:blip>
          <a:srcRect b="0" l="0" r="0" t="0"/>
          <a:stretch/>
        </p:blipFill>
        <p:spPr>
          <a:xfrm>
            <a:off x="5907968" y="4686300"/>
            <a:ext cx="64295" cy="64293"/>
          </a:xfrm>
          <a:prstGeom prst="rect">
            <a:avLst/>
          </a:prstGeom>
          <a:noFill/>
          <a:ln>
            <a:noFill/>
          </a:ln>
        </p:spPr>
      </p:pic>
      <p:sp>
        <p:nvSpPr>
          <p:cNvPr id="510" name="Google Shape;510;p28"/>
          <p:cNvSpPr/>
          <p:nvPr/>
        </p:nvSpPr>
        <p:spPr>
          <a:xfrm>
            <a:off x="8236833"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11" name="Google Shape;511;p28"/>
          <p:cNvSpPr txBox="1"/>
          <p:nvPr/>
        </p:nvSpPr>
        <p:spPr>
          <a:xfrm>
            <a:off x="1091967" y="2253720"/>
            <a:ext cx="7307400" cy="892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i="0" lang="en-GB" sz="2900" u="none" cap="none" strike="noStrike">
                <a:solidFill>
                  <a:srgbClr val="0066FF"/>
                </a:solidFill>
                <a:latin typeface="Poppins"/>
                <a:ea typeface="Poppins"/>
                <a:cs typeface="Poppins"/>
                <a:sym typeface="Poppins"/>
              </a:rPr>
              <a:t>Student Activity: </a:t>
            </a:r>
            <a:endParaRPr b="1" i="0" sz="2900" u="none" cap="none" strike="noStrike">
              <a:solidFill>
                <a:srgbClr val="0066FF"/>
              </a:solidFill>
              <a:latin typeface="Poppins"/>
              <a:ea typeface="Poppins"/>
              <a:cs typeface="Poppins"/>
              <a:sym typeface="Poppins"/>
            </a:endParaRPr>
          </a:p>
          <a:p>
            <a:pPr indent="0" lvl="0" marL="0" marR="0" rtl="0" algn="ctr">
              <a:lnSpc>
                <a:spcPct val="100000"/>
              </a:lnSpc>
              <a:spcBef>
                <a:spcPts val="0"/>
              </a:spcBef>
              <a:spcAft>
                <a:spcPts val="0"/>
              </a:spcAft>
              <a:buClr>
                <a:srgbClr val="0066FF"/>
              </a:buClr>
              <a:buSzPts val="2900"/>
              <a:buFont typeface="Poppins"/>
              <a:buNone/>
            </a:pPr>
            <a:r>
              <a:rPr b="1" i="0" lang="en-GB" sz="2900" u="none" cap="none" strike="noStrike">
                <a:solidFill>
                  <a:srgbClr val="0066FF"/>
                </a:solidFill>
                <a:latin typeface="Poppins"/>
                <a:ea typeface="Poppins"/>
                <a:cs typeface="Poppins"/>
                <a:sym typeface="Poppins"/>
              </a:rPr>
              <a:t>Logging into </a:t>
            </a:r>
            <a:r>
              <a:rPr b="1" lang="en-GB" sz="2900">
                <a:solidFill>
                  <a:srgbClr val="0066FF"/>
                </a:solidFill>
                <a:latin typeface="Poppins"/>
                <a:ea typeface="Poppins"/>
                <a:cs typeface="Poppins"/>
                <a:sym typeface="Poppins"/>
              </a:rPr>
              <a:t>Code.org</a:t>
            </a:r>
            <a:endParaRPr b="0" i="0" sz="800" u="none" cap="none" strike="noStrike">
              <a:solidFill>
                <a:srgbClr val="000000"/>
              </a:solidFill>
              <a:latin typeface="Arial"/>
              <a:ea typeface="Arial"/>
              <a:cs typeface="Arial"/>
              <a:sym typeface="Arial"/>
            </a:endParaRPr>
          </a:p>
        </p:txBody>
      </p:sp>
      <p:sp>
        <p:nvSpPr>
          <p:cNvPr id="512" name="Google Shape;512;p28"/>
          <p:cNvSpPr txBox="1"/>
          <p:nvPr/>
        </p:nvSpPr>
        <p:spPr>
          <a:xfrm>
            <a:off x="4068802" y="1248764"/>
            <a:ext cx="1475100" cy="415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F7C849"/>
              </a:buClr>
              <a:buSzPts val="3800"/>
              <a:buFont typeface="Poppins"/>
              <a:buNone/>
            </a:pPr>
            <a:r>
              <a:rPr lang="en-GB" sz="2700">
                <a:solidFill>
                  <a:srgbClr val="F7C849"/>
                </a:solidFill>
                <a:latin typeface="Poppins"/>
                <a:ea typeface="Poppins"/>
                <a:cs typeface="Poppins"/>
                <a:sym typeface="Poppins"/>
              </a:rPr>
              <a:t>5</a:t>
            </a:r>
            <a:r>
              <a:rPr b="0" i="0" lang="en-GB" sz="2700" u="none" cap="none" strike="noStrike">
                <a:solidFill>
                  <a:srgbClr val="F7C849"/>
                </a:solidFill>
                <a:latin typeface="Poppins"/>
                <a:ea typeface="Poppins"/>
                <a:cs typeface="Poppins"/>
                <a:sym typeface="Poppins"/>
              </a:rPr>
              <a:t> mins</a:t>
            </a:r>
            <a:endParaRPr b="0" i="0" sz="2700" u="none" cap="none" strike="noStrike">
              <a:solidFill>
                <a:srgbClr val="000000"/>
              </a:solidFill>
              <a:latin typeface="Arial"/>
              <a:ea typeface="Arial"/>
              <a:cs typeface="Arial"/>
              <a:sym typeface="Arial"/>
            </a:endParaRPr>
          </a:p>
        </p:txBody>
      </p:sp>
      <p:sp>
        <p:nvSpPr>
          <p:cNvPr id="513" name="Google Shape;513;p28"/>
          <p:cNvSpPr txBox="1"/>
          <p:nvPr/>
        </p:nvSpPr>
        <p:spPr>
          <a:xfrm>
            <a:off x="2190256" y="3898263"/>
            <a:ext cx="47634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100">
                <a:solidFill>
                  <a:schemeClr val="dk2"/>
                </a:solidFill>
                <a:latin typeface="Poppins"/>
                <a:ea typeface="Poppins"/>
                <a:cs typeface="Poppins"/>
                <a:sym typeface="Poppins"/>
              </a:rPr>
              <a:t>LINK :</a:t>
            </a:r>
            <a:r>
              <a:rPr b="1" lang="en-GB" sz="2100" u="sng">
                <a:solidFill>
                  <a:schemeClr val="hlink"/>
                </a:solidFill>
                <a:latin typeface="Poppins"/>
                <a:ea typeface="Poppins"/>
                <a:cs typeface="Poppins"/>
                <a:sym typeface="Poppins"/>
                <a:hlinkClick r:id="rId4"/>
              </a:rPr>
              <a:t> code.org </a:t>
            </a:r>
            <a:endParaRPr sz="2100">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9"/>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519" name="Google Shape;519;p29"/>
          <p:cNvGrpSpPr/>
          <p:nvPr/>
        </p:nvGrpSpPr>
        <p:grpSpPr>
          <a:xfrm>
            <a:off x="0" y="0"/>
            <a:ext cx="1540509" cy="1395081"/>
            <a:chOff x="-1" y="-1"/>
            <a:chExt cx="2539998" cy="2387610"/>
          </a:xfrm>
        </p:grpSpPr>
        <p:sp>
          <p:nvSpPr>
            <p:cNvPr id="520" name="Google Shape;520;p29"/>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521" name="Google Shape;521;p29"/>
            <p:cNvGrpSpPr/>
            <p:nvPr/>
          </p:nvGrpSpPr>
          <p:grpSpPr>
            <a:xfrm>
              <a:off x="180250" y="237004"/>
              <a:ext cx="2215000" cy="1884429"/>
              <a:chOff x="0" y="-1"/>
              <a:chExt cx="2215000" cy="1884429"/>
            </a:xfrm>
          </p:grpSpPr>
          <p:sp>
            <p:nvSpPr>
              <p:cNvPr id="522" name="Google Shape;522;p29"/>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23" name="Google Shape;523;p29"/>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24" name="Google Shape;524;p29"/>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525" name="Google Shape;525;p29"/>
          <p:cNvGrpSpPr/>
          <p:nvPr/>
        </p:nvGrpSpPr>
        <p:grpSpPr>
          <a:xfrm>
            <a:off x="7469873" y="3853757"/>
            <a:ext cx="1674074" cy="1326259"/>
            <a:chOff x="-2" y="-1"/>
            <a:chExt cx="2837895" cy="2438424"/>
          </a:xfrm>
        </p:grpSpPr>
        <p:sp>
          <p:nvSpPr>
            <p:cNvPr id="526" name="Google Shape;526;p29"/>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527" name="Google Shape;527;p29"/>
            <p:cNvGrpSpPr/>
            <p:nvPr/>
          </p:nvGrpSpPr>
          <p:grpSpPr>
            <a:xfrm>
              <a:off x="-2" y="183652"/>
              <a:ext cx="2448159" cy="1884384"/>
              <a:chOff x="-1" y="-1"/>
              <a:chExt cx="2448159" cy="1884384"/>
            </a:xfrm>
          </p:grpSpPr>
          <p:sp>
            <p:nvSpPr>
              <p:cNvPr id="528" name="Google Shape;528;p29"/>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29" name="Google Shape;529;p29"/>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30" name="Google Shape;530;p29"/>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531" name="Google Shape;531;p29"/>
          <p:cNvSpPr/>
          <p:nvPr/>
        </p:nvSpPr>
        <p:spPr>
          <a:xfrm>
            <a:off x="388200" y="836425"/>
            <a:ext cx="8562996" cy="355989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532" name="Google Shape;532;p29"/>
          <p:cNvGrpSpPr/>
          <p:nvPr/>
        </p:nvGrpSpPr>
        <p:grpSpPr>
          <a:xfrm>
            <a:off x="-2" y="3951490"/>
            <a:ext cx="3141293" cy="1192012"/>
            <a:chOff x="-2" y="0"/>
            <a:chExt cx="5584520" cy="2119132"/>
          </a:xfrm>
        </p:grpSpPr>
        <p:sp>
          <p:nvSpPr>
            <p:cNvPr id="533" name="Google Shape;533;p29"/>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34" name="Google Shape;534;p29"/>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535" name="Google Shape;535;p29"/>
          <p:cNvSpPr txBox="1"/>
          <p:nvPr/>
        </p:nvSpPr>
        <p:spPr>
          <a:xfrm>
            <a:off x="1808191" y="130669"/>
            <a:ext cx="57231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Screen Share</a:t>
            </a:r>
            <a:endParaRPr b="0" i="0" sz="1200" u="none" cap="none" strike="noStrike">
              <a:solidFill>
                <a:srgbClr val="4260FD"/>
              </a:solidFill>
              <a:latin typeface="Poppins"/>
              <a:ea typeface="Poppins"/>
              <a:cs typeface="Poppins"/>
              <a:sym typeface="Poppins"/>
            </a:endParaRPr>
          </a:p>
        </p:txBody>
      </p:sp>
      <p:sp>
        <p:nvSpPr>
          <p:cNvPr id="536" name="Google Shape;536;p29"/>
          <p:cNvSpPr txBox="1"/>
          <p:nvPr>
            <p:ph idx="4294967295" type="body"/>
          </p:nvPr>
        </p:nvSpPr>
        <p:spPr>
          <a:xfrm>
            <a:off x="612475" y="989840"/>
            <a:ext cx="7919100" cy="691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GB" sz="1500">
                <a:solidFill>
                  <a:schemeClr val="dk1"/>
                </a:solidFill>
                <a:latin typeface="Poppins"/>
                <a:ea typeface="Poppins"/>
                <a:cs typeface="Poppins"/>
                <a:sym typeface="Poppins"/>
              </a:rPr>
              <a:t>To share screen, click on the “share screen” option.</a:t>
            </a:r>
            <a:endParaRPr sz="1500">
              <a:solidFill>
                <a:schemeClr val="dk1"/>
              </a:solidFill>
              <a:latin typeface="Poppins"/>
              <a:ea typeface="Poppins"/>
              <a:cs typeface="Poppins"/>
              <a:sym typeface="Poppins"/>
            </a:endParaRPr>
          </a:p>
          <a:p>
            <a:pPr indent="0" lvl="0" marL="0" rtl="0" algn="l">
              <a:lnSpc>
                <a:spcPct val="100000"/>
              </a:lnSpc>
              <a:spcBef>
                <a:spcPts val="1600"/>
              </a:spcBef>
              <a:spcAft>
                <a:spcPts val="1600"/>
              </a:spcAft>
              <a:buClr>
                <a:schemeClr val="dk1"/>
              </a:buClr>
              <a:buSzPts val="1100"/>
              <a:buFont typeface="Arial"/>
              <a:buNone/>
            </a:pPr>
            <a:r>
              <a:rPr b="1" lang="en-GB" sz="1500" u="sng">
                <a:solidFill>
                  <a:schemeClr val="dk1"/>
                </a:solidFill>
                <a:latin typeface="Poppins"/>
                <a:ea typeface="Poppins"/>
                <a:cs typeface="Poppins"/>
                <a:sym typeface="Poppins"/>
              </a:rPr>
              <a:t>To share screen:</a:t>
            </a:r>
            <a:endParaRPr sz="1500">
              <a:solidFill>
                <a:schemeClr val="dk1"/>
              </a:solidFill>
              <a:latin typeface="Poppins"/>
              <a:ea typeface="Poppins"/>
              <a:cs typeface="Poppins"/>
              <a:sym typeface="Poppins"/>
            </a:endParaRPr>
          </a:p>
        </p:txBody>
      </p:sp>
      <p:pic>
        <p:nvPicPr>
          <p:cNvPr id="537" name="Google Shape;537;p29"/>
          <p:cNvPicPr preferRelativeResize="0"/>
          <p:nvPr/>
        </p:nvPicPr>
        <p:blipFill rotWithShape="1">
          <a:blip r:embed="rId3">
            <a:alphaModFix/>
          </a:blip>
          <a:srcRect b="0" l="0" r="0" t="62534"/>
          <a:stretch/>
        </p:blipFill>
        <p:spPr>
          <a:xfrm>
            <a:off x="1256774" y="2048174"/>
            <a:ext cx="6825900" cy="2086800"/>
          </a:xfrm>
          <a:prstGeom prst="roundRect">
            <a:avLst>
              <a:gd fmla="val 16667" name="adj"/>
            </a:avLst>
          </a:prstGeom>
          <a:noFill/>
          <a:ln cap="flat" cmpd="sng" w="9525">
            <a:solidFill>
              <a:srgbClr val="999999"/>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30"/>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543" name="Google Shape;543;p30"/>
          <p:cNvGrpSpPr/>
          <p:nvPr/>
        </p:nvGrpSpPr>
        <p:grpSpPr>
          <a:xfrm>
            <a:off x="0" y="0"/>
            <a:ext cx="1540509" cy="1395081"/>
            <a:chOff x="-1" y="-1"/>
            <a:chExt cx="2539998" cy="2387610"/>
          </a:xfrm>
        </p:grpSpPr>
        <p:sp>
          <p:nvSpPr>
            <p:cNvPr id="544" name="Google Shape;544;p30"/>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545" name="Google Shape;545;p30"/>
            <p:cNvGrpSpPr/>
            <p:nvPr/>
          </p:nvGrpSpPr>
          <p:grpSpPr>
            <a:xfrm>
              <a:off x="180250" y="237004"/>
              <a:ext cx="2215000" cy="1884429"/>
              <a:chOff x="0" y="-1"/>
              <a:chExt cx="2215000" cy="1884429"/>
            </a:xfrm>
          </p:grpSpPr>
          <p:sp>
            <p:nvSpPr>
              <p:cNvPr id="546" name="Google Shape;546;p30"/>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47" name="Google Shape;547;p30"/>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48" name="Google Shape;548;p30"/>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549" name="Google Shape;549;p30"/>
          <p:cNvGrpSpPr/>
          <p:nvPr/>
        </p:nvGrpSpPr>
        <p:grpSpPr>
          <a:xfrm>
            <a:off x="7469873" y="3853757"/>
            <a:ext cx="1674074" cy="1326259"/>
            <a:chOff x="-2" y="-1"/>
            <a:chExt cx="2837895" cy="2438424"/>
          </a:xfrm>
        </p:grpSpPr>
        <p:sp>
          <p:nvSpPr>
            <p:cNvPr id="550" name="Google Shape;550;p30"/>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551" name="Google Shape;551;p30"/>
            <p:cNvGrpSpPr/>
            <p:nvPr/>
          </p:nvGrpSpPr>
          <p:grpSpPr>
            <a:xfrm>
              <a:off x="-2" y="183652"/>
              <a:ext cx="2448159" cy="1884384"/>
              <a:chOff x="-1" y="-1"/>
              <a:chExt cx="2448159" cy="1884384"/>
            </a:xfrm>
          </p:grpSpPr>
          <p:sp>
            <p:nvSpPr>
              <p:cNvPr id="552" name="Google Shape;552;p30"/>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53" name="Google Shape;553;p30"/>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54" name="Google Shape;554;p30"/>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555" name="Google Shape;555;p30"/>
          <p:cNvSpPr/>
          <p:nvPr/>
        </p:nvSpPr>
        <p:spPr>
          <a:xfrm>
            <a:off x="388188" y="836423"/>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556" name="Google Shape;556;p30"/>
          <p:cNvGrpSpPr/>
          <p:nvPr/>
        </p:nvGrpSpPr>
        <p:grpSpPr>
          <a:xfrm>
            <a:off x="-2" y="3951490"/>
            <a:ext cx="3141293" cy="1192012"/>
            <a:chOff x="-2" y="0"/>
            <a:chExt cx="5584520" cy="2119132"/>
          </a:xfrm>
        </p:grpSpPr>
        <p:sp>
          <p:nvSpPr>
            <p:cNvPr id="557" name="Google Shape;557;p30"/>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558" name="Google Shape;558;p30"/>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559" name="Google Shape;559;p30"/>
          <p:cNvSpPr txBox="1"/>
          <p:nvPr/>
        </p:nvSpPr>
        <p:spPr>
          <a:xfrm>
            <a:off x="763509" y="1003003"/>
            <a:ext cx="7532100" cy="3231300"/>
          </a:xfrm>
          <a:prstGeom prst="rect">
            <a:avLst/>
          </a:prstGeom>
          <a:noFill/>
          <a:ln>
            <a:noFill/>
          </a:ln>
        </p:spPr>
        <p:txBody>
          <a:bodyPr anchorCtr="0" anchor="t" bIns="51425" lIns="51425" spcFirstLastPara="1" rIns="51425" wrap="square" tIns="51425">
            <a:noAutofit/>
          </a:bodyPr>
          <a:lstStyle/>
          <a:p>
            <a:pPr indent="0" lvl="0" marL="0" rtl="0" algn="l">
              <a:lnSpc>
                <a:spcPct val="115000"/>
              </a:lnSpc>
              <a:spcBef>
                <a:spcPts val="0"/>
              </a:spcBef>
              <a:spcAft>
                <a:spcPts val="0"/>
              </a:spcAft>
              <a:buNone/>
            </a:pPr>
            <a:r>
              <a:rPr lang="en-GB" sz="1500">
                <a:solidFill>
                  <a:srgbClr val="FF0000"/>
                </a:solidFill>
                <a:highlight>
                  <a:srgbClr val="FFFFFF"/>
                </a:highlight>
                <a:latin typeface="Poppins"/>
                <a:ea typeface="Poppins"/>
                <a:cs typeface="Poppins"/>
                <a:sym typeface="Poppins"/>
              </a:rPr>
              <a:t>Step 1:</a:t>
            </a:r>
            <a:r>
              <a:rPr b="1" lang="en-GB" sz="1500">
                <a:solidFill>
                  <a:srgbClr val="FF0000"/>
                </a:solidFill>
                <a:highlight>
                  <a:srgbClr val="FFFFFF"/>
                </a:highlight>
                <a:latin typeface="Poppins"/>
                <a:ea typeface="Poppins"/>
                <a:cs typeface="Poppins"/>
                <a:sym typeface="Poppins"/>
              </a:rPr>
              <a:t> </a:t>
            </a:r>
            <a:r>
              <a:rPr lang="en-GB" sz="1500">
                <a:solidFill>
                  <a:srgbClr val="3C78D8"/>
                </a:solidFill>
                <a:latin typeface="Poppins"/>
                <a:ea typeface="Poppins"/>
                <a:cs typeface="Poppins"/>
                <a:sym typeface="Poppins"/>
              </a:rPr>
              <a:t>Sign in to the code.org account.</a:t>
            </a:r>
            <a:endParaRPr sz="1500">
              <a:solidFill>
                <a:srgbClr val="3C78D8"/>
              </a:solidFill>
              <a:latin typeface="Poppins"/>
              <a:ea typeface="Poppins"/>
              <a:cs typeface="Poppins"/>
              <a:sym typeface="Poppins"/>
            </a:endParaRPr>
          </a:p>
          <a:p>
            <a:pPr indent="0" lvl="0" marL="0" rtl="0" algn="l">
              <a:lnSpc>
                <a:spcPct val="115000"/>
              </a:lnSpc>
              <a:spcBef>
                <a:spcPts val="0"/>
              </a:spcBef>
              <a:spcAft>
                <a:spcPts val="0"/>
              </a:spcAft>
              <a:buNone/>
            </a:pPr>
            <a:r>
              <a:rPr lang="en-GB" sz="1500">
                <a:solidFill>
                  <a:srgbClr val="333333"/>
                </a:solidFill>
                <a:highlight>
                  <a:srgbClr val="FFF2CC"/>
                </a:highlight>
                <a:latin typeface="Poppins"/>
                <a:ea typeface="Poppins"/>
                <a:cs typeface="Poppins"/>
                <a:sym typeface="Poppins"/>
              </a:rPr>
              <a:t>(Share this link with the students in the comment section).</a:t>
            </a:r>
            <a:endParaRPr sz="1500">
              <a:solidFill>
                <a:srgbClr val="333333"/>
              </a:solidFill>
              <a:highlight>
                <a:srgbClr val="FFF2CC"/>
              </a:highlight>
              <a:latin typeface="Poppins"/>
              <a:ea typeface="Poppins"/>
              <a:cs typeface="Poppins"/>
              <a:sym typeface="Poppins"/>
            </a:endParaRPr>
          </a:p>
          <a:p>
            <a:pPr indent="0" lvl="0" marL="0" rtl="0" algn="l">
              <a:lnSpc>
                <a:spcPct val="115000"/>
              </a:lnSpc>
              <a:spcBef>
                <a:spcPts val="0"/>
              </a:spcBef>
              <a:spcAft>
                <a:spcPts val="0"/>
              </a:spcAft>
              <a:buNone/>
            </a:pPr>
            <a:r>
              <a:rPr b="1" lang="en-GB" sz="1500">
                <a:latin typeface="Poppins"/>
                <a:ea typeface="Poppins"/>
                <a:cs typeface="Poppins"/>
                <a:sym typeface="Poppins"/>
              </a:rPr>
              <a:t>Link:       </a:t>
            </a:r>
            <a:r>
              <a:rPr lang="en-GB" sz="1500" u="sng">
                <a:solidFill>
                  <a:schemeClr val="hlink"/>
                </a:solidFill>
                <a:latin typeface="Poppins"/>
                <a:ea typeface="Poppins"/>
                <a:cs typeface="Poppins"/>
                <a:sym typeface="Poppins"/>
                <a:hlinkClick r:id="rId3"/>
              </a:rPr>
              <a:t>code.org</a:t>
            </a:r>
            <a:endParaRPr sz="1500">
              <a:latin typeface="Poppins"/>
              <a:ea typeface="Poppins"/>
              <a:cs typeface="Poppins"/>
              <a:sym typeface="Poppins"/>
            </a:endParaRPr>
          </a:p>
          <a:p>
            <a:pPr indent="0" lvl="0" marL="0" rtl="0" algn="l">
              <a:lnSpc>
                <a:spcPct val="115000"/>
              </a:lnSpc>
              <a:spcBef>
                <a:spcPts val="0"/>
              </a:spcBef>
              <a:spcAft>
                <a:spcPts val="0"/>
              </a:spcAft>
              <a:buNone/>
            </a:pPr>
            <a:r>
              <a:t/>
            </a:r>
            <a:endParaRPr sz="1500">
              <a:latin typeface="Poppins"/>
              <a:ea typeface="Poppins"/>
              <a:cs typeface="Poppins"/>
              <a:sym typeface="Poppins"/>
            </a:endParaRPr>
          </a:p>
          <a:p>
            <a:pPr indent="0" lvl="0" marL="0" rtl="0" algn="l">
              <a:lnSpc>
                <a:spcPct val="115000"/>
              </a:lnSpc>
              <a:spcBef>
                <a:spcPts val="0"/>
              </a:spcBef>
              <a:spcAft>
                <a:spcPts val="0"/>
              </a:spcAft>
              <a:buClr>
                <a:schemeClr val="dk1"/>
              </a:buClr>
              <a:buSzPts val="600"/>
              <a:buFont typeface="Arial"/>
              <a:buNone/>
            </a:pPr>
            <a:r>
              <a:rPr lang="en-GB" sz="1500">
                <a:solidFill>
                  <a:srgbClr val="FF0000"/>
                </a:solidFill>
                <a:latin typeface="Poppins"/>
                <a:ea typeface="Poppins"/>
                <a:cs typeface="Poppins"/>
                <a:sym typeface="Poppins"/>
              </a:rPr>
              <a:t>Step 2:</a:t>
            </a:r>
            <a:r>
              <a:rPr lang="en-GB" sz="1500">
                <a:solidFill>
                  <a:schemeClr val="dk1"/>
                </a:solidFill>
                <a:latin typeface="Poppins"/>
                <a:ea typeface="Poppins"/>
                <a:cs typeface="Poppins"/>
                <a:sym typeface="Poppins"/>
              </a:rPr>
              <a:t> </a:t>
            </a:r>
            <a:endParaRPr sz="1500">
              <a:latin typeface="Poppins"/>
              <a:ea typeface="Poppins"/>
              <a:cs typeface="Poppins"/>
              <a:sym typeface="Poppins"/>
            </a:endParaRPr>
          </a:p>
        </p:txBody>
      </p:sp>
      <p:sp>
        <p:nvSpPr>
          <p:cNvPr id="560" name="Google Shape;560;p30"/>
          <p:cNvSpPr txBox="1"/>
          <p:nvPr/>
        </p:nvSpPr>
        <p:spPr>
          <a:xfrm>
            <a:off x="1808191" y="130669"/>
            <a:ext cx="57231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Student Login</a:t>
            </a:r>
            <a:endParaRPr b="0" i="0" sz="1200" u="none" cap="none" strike="noStrike">
              <a:solidFill>
                <a:srgbClr val="4260FD"/>
              </a:solidFill>
              <a:latin typeface="Poppins"/>
              <a:ea typeface="Poppins"/>
              <a:cs typeface="Poppins"/>
              <a:sym typeface="Poppins"/>
            </a:endParaRPr>
          </a:p>
        </p:txBody>
      </p:sp>
      <p:pic>
        <p:nvPicPr>
          <p:cNvPr id="561" name="Google Shape;561;p30"/>
          <p:cNvPicPr preferRelativeResize="0"/>
          <p:nvPr/>
        </p:nvPicPr>
        <p:blipFill>
          <a:blip r:embed="rId4">
            <a:alphaModFix/>
          </a:blip>
          <a:stretch>
            <a:fillRect/>
          </a:stretch>
        </p:blipFill>
        <p:spPr>
          <a:xfrm>
            <a:off x="4948325" y="1751125"/>
            <a:ext cx="2939300" cy="3090200"/>
          </a:xfrm>
          <a:prstGeom prst="rect">
            <a:avLst/>
          </a:prstGeom>
          <a:noFill/>
          <a:ln>
            <a:noFill/>
          </a:ln>
        </p:spPr>
      </p:pic>
      <p:sp>
        <p:nvSpPr>
          <p:cNvPr id="562" name="Google Shape;562;p30"/>
          <p:cNvSpPr txBox="1"/>
          <p:nvPr/>
        </p:nvSpPr>
        <p:spPr>
          <a:xfrm>
            <a:off x="1540500" y="2024025"/>
            <a:ext cx="3354000" cy="9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600"/>
              <a:buFont typeface="Arial"/>
              <a:buNone/>
            </a:pPr>
            <a:r>
              <a:rPr lang="en-GB" sz="1500">
                <a:solidFill>
                  <a:srgbClr val="3C78D8"/>
                </a:solidFill>
                <a:latin typeface="Poppins"/>
                <a:ea typeface="Poppins"/>
                <a:cs typeface="Poppins"/>
                <a:sym typeface="Poppins"/>
              </a:rPr>
              <a:t>Click on the Create and select relevant option.</a:t>
            </a:r>
            <a:endParaRPr sz="1500">
              <a:solidFill>
                <a:schemeClr val="dk1"/>
              </a:solidFill>
              <a:latin typeface="Poppins"/>
              <a:ea typeface="Poppins"/>
              <a:cs typeface="Poppins"/>
              <a:sym typeface="Poppins"/>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31"/>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568" name="Google Shape;568;p31"/>
          <p:cNvGrpSpPr/>
          <p:nvPr/>
        </p:nvGrpSpPr>
        <p:grpSpPr>
          <a:xfrm>
            <a:off x="0" y="0"/>
            <a:ext cx="1540509" cy="1395081"/>
            <a:chOff x="-1" y="-1"/>
            <a:chExt cx="2539998" cy="2387610"/>
          </a:xfrm>
        </p:grpSpPr>
        <p:sp>
          <p:nvSpPr>
            <p:cNvPr id="569" name="Google Shape;569;p31"/>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570" name="Google Shape;570;p31"/>
            <p:cNvGrpSpPr/>
            <p:nvPr/>
          </p:nvGrpSpPr>
          <p:grpSpPr>
            <a:xfrm>
              <a:off x="180250" y="237004"/>
              <a:ext cx="2215000" cy="1884429"/>
              <a:chOff x="0" y="-1"/>
              <a:chExt cx="2215000" cy="1884429"/>
            </a:xfrm>
          </p:grpSpPr>
          <p:sp>
            <p:nvSpPr>
              <p:cNvPr id="571" name="Google Shape;571;p31"/>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72" name="Google Shape;572;p31"/>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73" name="Google Shape;573;p31"/>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574" name="Google Shape;574;p31"/>
          <p:cNvGrpSpPr/>
          <p:nvPr/>
        </p:nvGrpSpPr>
        <p:grpSpPr>
          <a:xfrm>
            <a:off x="7469873" y="3853757"/>
            <a:ext cx="1674074" cy="1326259"/>
            <a:chOff x="-2" y="-1"/>
            <a:chExt cx="2837895" cy="2438424"/>
          </a:xfrm>
        </p:grpSpPr>
        <p:sp>
          <p:nvSpPr>
            <p:cNvPr id="575" name="Google Shape;575;p31"/>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576" name="Google Shape;576;p31"/>
            <p:cNvGrpSpPr/>
            <p:nvPr/>
          </p:nvGrpSpPr>
          <p:grpSpPr>
            <a:xfrm>
              <a:off x="-2" y="183652"/>
              <a:ext cx="2448159" cy="1884384"/>
              <a:chOff x="-1" y="-1"/>
              <a:chExt cx="2448159" cy="1884384"/>
            </a:xfrm>
          </p:grpSpPr>
          <p:sp>
            <p:nvSpPr>
              <p:cNvPr id="577" name="Google Shape;577;p31"/>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78" name="Google Shape;578;p31"/>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79" name="Google Shape;579;p31"/>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580" name="Google Shape;580;p31"/>
          <p:cNvSpPr/>
          <p:nvPr/>
        </p:nvSpPr>
        <p:spPr>
          <a:xfrm>
            <a:off x="300145" y="66062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581" name="Google Shape;581;p31"/>
          <p:cNvGrpSpPr/>
          <p:nvPr/>
        </p:nvGrpSpPr>
        <p:grpSpPr>
          <a:xfrm>
            <a:off x="-2" y="3951491"/>
            <a:ext cx="3141293" cy="1192012"/>
            <a:chOff x="-2" y="0"/>
            <a:chExt cx="5584520" cy="2119132"/>
          </a:xfrm>
        </p:grpSpPr>
        <p:sp>
          <p:nvSpPr>
            <p:cNvPr id="582" name="Google Shape;582;p31"/>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583" name="Google Shape;583;p31"/>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584" name="Google Shape;584;p31"/>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Code Blocks</a:t>
            </a:r>
            <a:endParaRPr b="1" sz="2900">
              <a:solidFill>
                <a:srgbClr val="0066FF"/>
              </a:solidFill>
              <a:latin typeface="Poppins"/>
              <a:ea typeface="Poppins"/>
              <a:cs typeface="Poppins"/>
              <a:sym typeface="Poppins"/>
            </a:endParaRPr>
          </a:p>
        </p:txBody>
      </p:sp>
      <p:sp>
        <p:nvSpPr>
          <p:cNvPr id="585" name="Google Shape;585;p31"/>
          <p:cNvSpPr txBox="1"/>
          <p:nvPr/>
        </p:nvSpPr>
        <p:spPr>
          <a:xfrm>
            <a:off x="670400" y="1105650"/>
            <a:ext cx="7822500" cy="142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50000"/>
              </a:lnSpc>
              <a:spcBef>
                <a:spcPts val="1400"/>
              </a:spcBef>
              <a:spcAft>
                <a:spcPts val="0"/>
              </a:spcAft>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400"/>
              </a:spcBef>
              <a:spcAft>
                <a:spcPts val="1400"/>
              </a:spcAft>
              <a:buNone/>
            </a:pPr>
            <a:r>
              <a:t/>
            </a:r>
            <a:endParaRPr b="1">
              <a:solidFill>
                <a:srgbClr val="222222"/>
              </a:solidFill>
              <a:highlight>
                <a:srgbClr val="FFFFFF"/>
              </a:highlight>
              <a:latin typeface="Poppins"/>
              <a:ea typeface="Poppins"/>
              <a:cs typeface="Poppins"/>
              <a:sym typeface="Poppins"/>
            </a:endParaRPr>
          </a:p>
        </p:txBody>
      </p:sp>
      <p:sp>
        <p:nvSpPr>
          <p:cNvPr id="586" name="Google Shape;586;p31"/>
          <p:cNvSpPr txBox="1"/>
          <p:nvPr/>
        </p:nvSpPr>
        <p:spPr>
          <a:xfrm>
            <a:off x="4833425" y="1627925"/>
            <a:ext cx="339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587" name="Google Shape;587;p31"/>
          <p:cNvSpPr txBox="1"/>
          <p:nvPr/>
        </p:nvSpPr>
        <p:spPr>
          <a:xfrm>
            <a:off x="4572000" y="1148150"/>
            <a:ext cx="4101300" cy="24936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When run, set score to 0.</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Set the background.</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Make a new sprite at a specific location and name it.</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Set the size of the birdie to 75.</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Using repeat block create 5 red balloons at random locations.</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Add the wandering behavior to these balloons</a:t>
            </a:r>
            <a:endParaRPr sz="1500">
              <a:solidFill>
                <a:srgbClr val="3C78D8"/>
              </a:solidFill>
              <a:latin typeface="Poppins"/>
              <a:ea typeface="Poppins"/>
              <a:cs typeface="Poppins"/>
              <a:sym typeface="Poppins"/>
            </a:endParaRPr>
          </a:p>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588" name="Google Shape;588;p31"/>
          <p:cNvSpPr txBox="1"/>
          <p:nvPr/>
        </p:nvSpPr>
        <p:spPr>
          <a:xfrm>
            <a:off x="5112700" y="2187200"/>
            <a:ext cx="39528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589" name="Google Shape;589;p31"/>
          <p:cNvSpPr txBox="1"/>
          <p:nvPr/>
        </p:nvSpPr>
        <p:spPr>
          <a:xfrm>
            <a:off x="1348850" y="3386525"/>
            <a:ext cx="59448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t/>
            </a:r>
            <a:endParaRPr sz="1500">
              <a:solidFill>
                <a:srgbClr val="3C78D8"/>
              </a:solidFill>
              <a:latin typeface="Poppins"/>
              <a:ea typeface="Poppins"/>
              <a:cs typeface="Poppins"/>
              <a:sym typeface="Poppins"/>
            </a:endParaRPr>
          </a:p>
        </p:txBody>
      </p:sp>
      <p:sp>
        <p:nvSpPr>
          <p:cNvPr id="590" name="Google Shape;590;p31"/>
          <p:cNvSpPr txBox="1"/>
          <p:nvPr/>
        </p:nvSpPr>
        <p:spPr>
          <a:xfrm>
            <a:off x="1258463" y="3446800"/>
            <a:ext cx="6946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591" name="Google Shape;591;p31"/>
          <p:cNvSpPr txBox="1"/>
          <p:nvPr/>
        </p:nvSpPr>
        <p:spPr>
          <a:xfrm>
            <a:off x="949850" y="3417675"/>
            <a:ext cx="74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pic>
        <p:nvPicPr>
          <p:cNvPr id="592" name="Google Shape;592;p31"/>
          <p:cNvPicPr preferRelativeResize="0"/>
          <p:nvPr/>
        </p:nvPicPr>
        <p:blipFill>
          <a:blip r:embed="rId3">
            <a:alphaModFix/>
          </a:blip>
          <a:stretch>
            <a:fillRect/>
          </a:stretch>
        </p:blipFill>
        <p:spPr>
          <a:xfrm>
            <a:off x="777275" y="1148150"/>
            <a:ext cx="3794724" cy="3408099"/>
          </a:xfrm>
          <a:prstGeom prst="rect">
            <a:avLst/>
          </a:prstGeom>
          <a:noFill/>
          <a:ln>
            <a:noFill/>
          </a:ln>
        </p:spPr>
      </p:pic>
      <p:sp>
        <p:nvSpPr>
          <p:cNvPr id="593" name="Google Shape;593;p31"/>
          <p:cNvSpPr txBox="1"/>
          <p:nvPr/>
        </p:nvSpPr>
        <p:spPr>
          <a:xfrm>
            <a:off x="777275" y="756150"/>
            <a:ext cx="62580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GB">
                <a:solidFill>
                  <a:schemeClr val="dk1"/>
                </a:solidFill>
                <a:latin typeface="Poppins"/>
                <a:ea typeface="Poppins"/>
                <a:cs typeface="Poppins"/>
                <a:sym typeface="Poppins"/>
              </a:rPr>
              <a:t>Code Blocks to Initialise score variable and make new sprites</a:t>
            </a:r>
            <a:endParaRPr sz="1600">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32"/>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599" name="Google Shape;599;p32"/>
          <p:cNvGrpSpPr/>
          <p:nvPr/>
        </p:nvGrpSpPr>
        <p:grpSpPr>
          <a:xfrm>
            <a:off x="0" y="0"/>
            <a:ext cx="1540509" cy="1395081"/>
            <a:chOff x="-1" y="-1"/>
            <a:chExt cx="2539998" cy="2387610"/>
          </a:xfrm>
        </p:grpSpPr>
        <p:sp>
          <p:nvSpPr>
            <p:cNvPr id="600" name="Google Shape;600;p32"/>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01" name="Google Shape;601;p32"/>
            <p:cNvGrpSpPr/>
            <p:nvPr/>
          </p:nvGrpSpPr>
          <p:grpSpPr>
            <a:xfrm>
              <a:off x="180250" y="237004"/>
              <a:ext cx="2215000" cy="1884429"/>
              <a:chOff x="0" y="-1"/>
              <a:chExt cx="2215000" cy="1884429"/>
            </a:xfrm>
          </p:grpSpPr>
          <p:sp>
            <p:nvSpPr>
              <p:cNvPr id="602" name="Google Shape;602;p32"/>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03" name="Google Shape;603;p32"/>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04" name="Google Shape;604;p32"/>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605" name="Google Shape;605;p32"/>
          <p:cNvGrpSpPr/>
          <p:nvPr/>
        </p:nvGrpSpPr>
        <p:grpSpPr>
          <a:xfrm>
            <a:off x="7469873" y="3853757"/>
            <a:ext cx="1674074" cy="1326259"/>
            <a:chOff x="-2" y="-1"/>
            <a:chExt cx="2837895" cy="2438424"/>
          </a:xfrm>
        </p:grpSpPr>
        <p:sp>
          <p:nvSpPr>
            <p:cNvPr id="606" name="Google Shape;606;p32"/>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07" name="Google Shape;607;p32"/>
            <p:cNvGrpSpPr/>
            <p:nvPr/>
          </p:nvGrpSpPr>
          <p:grpSpPr>
            <a:xfrm>
              <a:off x="-2" y="183652"/>
              <a:ext cx="2448159" cy="1884384"/>
              <a:chOff x="-1" y="-1"/>
              <a:chExt cx="2448159" cy="1884384"/>
            </a:xfrm>
          </p:grpSpPr>
          <p:sp>
            <p:nvSpPr>
              <p:cNvPr id="608" name="Google Shape;608;p32"/>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09" name="Google Shape;609;p32"/>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10" name="Google Shape;610;p32"/>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611" name="Google Shape;611;p32"/>
          <p:cNvSpPr/>
          <p:nvPr/>
        </p:nvSpPr>
        <p:spPr>
          <a:xfrm>
            <a:off x="300145" y="66062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12" name="Google Shape;612;p32"/>
          <p:cNvGrpSpPr/>
          <p:nvPr/>
        </p:nvGrpSpPr>
        <p:grpSpPr>
          <a:xfrm>
            <a:off x="-2" y="3951491"/>
            <a:ext cx="3141293" cy="1192012"/>
            <a:chOff x="-2" y="0"/>
            <a:chExt cx="5584520" cy="2119132"/>
          </a:xfrm>
        </p:grpSpPr>
        <p:sp>
          <p:nvSpPr>
            <p:cNvPr id="613" name="Google Shape;613;p32"/>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14" name="Google Shape;614;p32"/>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615" name="Google Shape;615;p32"/>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t/>
            </a:r>
            <a:endParaRPr b="1" sz="2900">
              <a:solidFill>
                <a:srgbClr val="0066FF"/>
              </a:solidFill>
              <a:latin typeface="Poppins"/>
              <a:ea typeface="Poppins"/>
              <a:cs typeface="Poppins"/>
              <a:sym typeface="Poppins"/>
            </a:endParaRPr>
          </a:p>
        </p:txBody>
      </p:sp>
      <p:sp>
        <p:nvSpPr>
          <p:cNvPr id="616" name="Google Shape;616;p32"/>
          <p:cNvSpPr txBox="1"/>
          <p:nvPr/>
        </p:nvSpPr>
        <p:spPr>
          <a:xfrm>
            <a:off x="670400" y="1105650"/>
            <a:ext cx="7822500" cy="142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50000"/>
              </a:lnSpc>
              <a:spcBef>
                <a:spcPts val="1400"/>
              </a:spcBef>
              <a:spcAft>
                <a:spcPts val="0"/>
              </a:spcAft>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400"/>
              </a:spcBef>
              <a:spcAft>
                <a:spcPts val="1400"/>
              </a:spcAft>
              <a:buNone/>
            </a:pPr>
            <a:r>
              <a:t/>
            </a:r>
            <a:endParaRPr b="1">
              <a:solidFill>
                <a:srgbClr val="222222"/>
              </a:solidFill>
              <a:highlight>
                <a:srgbClr val="FFFFFF"/>
              </a:highlight>
              <a:latin typeface="Poppins"/>
              <a:ea typeface="Poppins"/>
              <a:cs typeface="Poppins"/>
              <a:sym typeface="Poppins"/>
            </a:endParaRPr>
          </a:p>
        </p:txBody>
      </p:sp>
      <p:sp>
        <p:nvSpPr>
          <p:cNvPr id="617" name="Google Shape;617;p32"/>
          <p:cNvSpPr txBox="1"/>
          <p:nvPr/>
        </p:nvSpPr>
        <p:spPr>
          <a:xfrm>
            <a:off x="4833425" y="1627925"/>
            <a:ext cx="339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18" name="Google Shape;618;p32"/>
          <p:cNvSpPr txBox="1"/>
          <p:nvPr/>
        </p:nvSpPr>
        <p:spPr>
          <a:xfrm>
            <a:off x="5112700" y="1725350"/>
            <a:ext cx="38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19" name="Google Shape;619;p32"/>
          <p:cNvSpPr txBox="1"/>
          <p:nvPr/>
        </p:nvSpPr>
        <p:spPr>
          <a:xfrm>
            <a:off x="5112700" y="2187200"/>
            <a:ext cx="39528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20" name="Google Shape;620;p32"/>
          <p:cNvSpPr txBox="1"/>
          <p:nvPr/>
        </p:nvSpPr>
        <p:spPr>
          <a:xfrm>
            <a:off x="1348850" y="3386525"/>
            <a:ext cx="59448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t/>
            </a:r>
            <a:endParaRPr sz="1500">
              <a:solidFill>
                <a:srgbClr val="3C78D8"/>
              </a:solidFill>
              <a:latin typeface="Poppins"/>
              <a:ea typeface="Poppins"/>
              <a:cs typeface="Poppins"/>
              <a:sym typeface="Poppins"/>
            </a:endParaRPr>
          </a:p>
        </p:txBody>
      </p:sp>
      <p:sp>
        <p:nvSpPr>
          <p:cNvPr id="621" name="Google Shape;621;p32"/>
          <p:cNvSpPr txBox="1"/>
          <p:nvPr/>
        </p:nvSpPr>
        <p:spPr>
          <a:xfrm>
            <a:off x="1258463" y="3446800"/>
            <a:ext cx="6946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22" name="Google Shape;622;p32"/>
          <p:cNvSpPr txBox="1"/>
          <p:nvPr/>
        </p:nvSpPr>
        <p:spPr>
          <a:xfrm>
            <a:off x="949850" y="3417675"/>
            <a:ext cx="74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pic>
        <p:nvPicPr>
          <p:cNvPr id="623" name="Google Shape;623;p32"/>
          <p:cNvPicPr preferRelativeResize="0"/>
          <p:nvPr/>
        </p:nvPicPr>
        <p:blipFill>
          <a:blip r:embed="rId3">
            <a:alphaModFix/>
          </a:blip>
          <a:stretch>
            <a:fillRect/>
          </a:stretch>
        </p:blipFill>
        <p:spPr>
          <a:xfrm>
            <a:off x="855425" y="1395075"/>
            <a:ext cx="3627000" cy="3174224"/>
          </a:xfrm>
          <a:prstGeom prst="rect">
            <a:avLst/>
          </a:prstGeom>
          <a:noFill/>
          <a:ln>
            <a:noFill/>
          </a:ln>
        </p:spPr>
      </p:pic>
      <p:sp>
        <p:nvSpPr>
          <p:cNvPr id="624" name="Google Shape;624;p32"/>
          <p:cNvSpPr txBox="1"/>
          <p:nvPr/>
        </p:nvSpPr>
        <p:spPr>
          <a:xfrm>
            <a:off x="3045800" y="121825"/>
            <a:ext cx="30000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900">
                <a:solidFill>
                  <a:srgbClr val="0066FF"/>
                </a:solidFill>
                <a:latin typeface="Poppins"/>
                <a:ea typeface="Poppins"/>
                <a:cs typeface="Poppins"/>
                <a:sym typeface="Poppins"/>
              </a:rPr>
              <a:t>Code Blocks</a:t>
            </a:r>
            <a:endParaRPr/>
          </a:p>
        </p:txBody>
      </p:sp>
      <p:sp>
        <p:nvSpPr>
          <p:cNvPr id="625" name="Google Shape;625;p32"/>
          <p:cNvSpPr txBox="1"/>
          <p:nvPr/>
        </p:nvSpPr>
        <p:spPr>
          <a:xfrm>
            <a:off x="4509975" y="1395075"/>
            <a:ext cx="3166500" cy="27462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create 5 green balloons at random locations.</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Add the wandering behavior to these balloons</a:t>
            </a:r>
            <a:endParaRPr sz="1500">
              <a:solidFill>
                <a:srgbClr val="3C78D8"/>
              </a:solidFill>
              <a:latin typeface="Poppins"/>
              <a:ea typeface="Poppins"/>
              <a:cs typeface="Poppins"/>
              <a:sym typeface="Poppins"/>
            </a:endParaRPr>
          </a:p>
          <a:p>
            <a:pPr indent="0" lvl="0" marL="0" rtl="0" algn="l">
              <a:spcBef>
                <a:spcPts val="0"/>
              </a:spcBef>
              <a:spcAft>
                <a:spcPts val="0"/>
              </a:spcAft>
              <a:buNone/>
            </a:pPr>
            <a:r>
              <a:t/>
            </a:r>
            <a:endParaRPr/>
          </a:p>
        </p:txBody>
      </p:sp>
      <p:sp>
        <p:nvSpPr>
          <p:cNvPr id="626" name="Google Shape;626;p32"/>
          <p:cNvSpPr txBox="1"/>
          <p:nvPr/>
        </p:nvSpPr>
        <p:spPr>
          <a:xfrm>
            <a:off x="911300" y="889400"/>
            <a:ext cx="65586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GB">
                <a:solidFill>
                  <a:schemeClr val="dk1"/>
                </a:solidFill>
                <a:latin typeface="Poppins"/>
                <a:ea typeface="Poppins"/>
                <a:cs typeface="Poppins"/>
                <a:sym typeface="Poppins"/>
              </a:rPr>
              <a:t>Code Blocks to make new sprites</a:t>
            </a:r>
            <a:endParaRPr sz="1600">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33"/>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632" name="Google Shape;632;p33"/>
          <p:cNvGrpSpPr/>
          <p:nvPr/>
        </p:nvGrpSpPr>
        <p:grpSpPr>
          <a:xfrm>
            <a:off x="0" y="0"/>
            <a:ext cx="1540509" cy="1395081"/>
            <a:chOff x="-1" y="-1"/>
            <a:chExt cx="2539998" cy="2387610"/>
          </a:xfrm>
        </p:grpSpPr>
        <p:sp>
          <p:nvSpPr>
            <p:cNvPr id="633" name="Google Shape;633;p33"/>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34" name="Google Shape;634;p33"/>
            <p:cNvGrpSpPr/>
            <p:nvPr/>
          </p:nvGrpSpPr>
          <p:grpSpPr>
            <a:xfrm>
              <a:off x="180250" y="237004"/>
              <a:ext cx="2215000" cy="1884429"/>
              <a:chOff x="0" y="-1"/>
              <a:chExt cx="2215000" cy="1884429"/>
            </a:xfrm>
          </p:grpSpPr>
          <p:sp>
            <p:nvSpPr>
              <p:cNvPr id="635" name="Google Shape;635;p33"/>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36" name="Google Shape;636;p33"/>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37" name="Google Shape;637;p33"/>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638" name="Google Shape;638;p33"/>
          <p:cNvGrpSpPr/>
          <p:nvPr/>
        </p:nvGrpSpPr>
        <p:grpSpPr>
          <a:xfrm>
            <a:off x="7469873" y="3853757"/>
            <a:ext cx="1674074" cy="1326259"/>
            <a:chOff x="-2" y="-1"/>
            <a:chExt cx="2837895" cy="2438424"/>
          </a:xfrm>
        </p:grpSpPr>
        <p:sp>
          <p:nvSpPr>
            <p:cNvPr id="639" name="Google Shape;639;p33"/>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40" name="Google Shape;640;p33"/>
            <p:cNvGrpSpPr/>
            <p:nvPr/>
          </p:nvGrpSpPr>
          <p:grpSpPr>
            <a:xfrm>
              <a:off x="-2" y="183652"/>
              <a:ext cx="2448159" cy="1884384"/>
              <a:chOff x="-1" y="-1"/>
              <a:chExt cx="2448159" cy="1884384"/>
            </a:xfrm>
          </p:grpSpPr>
          <p:sp>
            <p:nvSpPr>
              <p:cNvPr id="641" name="Google Shape;641;p33"/>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42" name="Google Shape;642;p33"/>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43" name="Google Shape;643;p33"/>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644" name="Google Shape;644;p33"/>
          <p:cNvSpPr/>
          <p:nvPr/>
        </p:nvSpPr>
        <p:spPr>
          <a:xfrm>
            <a:off x="300145" y="66062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45" name="Google Shape;645;p33"/>
          <p:cNvGrpSpPr/>
          <p:nvPr/>
        </p:nvGrpSpPr>
        <p:grpSpPr>
          <a:xfrm>
            <a:off x="-2" y="3951491"/>
            <a:ext cx="3141293" cy="1192012"/>
            <a:chOff x="-2" y="0"/>
            <a:chExt cx="5584520" cy="2119132"/>
          </a:xfrm>
        </p:grpSpPr>
        <p:sp>
          <p:nvSpPr>
            <p:cNvPr id="646" name="Google Shape;646;p33"/>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47" name="Google Shape;647;p33"/>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648" name="Google Shape;648;p33"/>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t/>
            </a:r>
            <a:endParaRPr b="1" sz="2900">
              <a:solidFill>
                <a:srgbClr val="0066FF"/>
              </a:solidFill>
              <a:latin typeface="Poppins"/>
              <a:ea typeface="Poppins"/>
              <a:cs typeface="Poppins"/>
              <a:sym typeface="Poppins"/>
            </a:endParaRPr>
          </a:p>
        </p:txBody>
      </p:sp>
      <p:sp>
        <p:nvSpPr>
          <p:cNvPr id="649" name="Google Shape;649;p33"/>
          <p:cNvSpPr txBox="1"/>
          <p:nvPr/>
        </p:nvSpPr>
        <p:spPr>
          <a:xfrm>
            <a:off x="670400" y="1105650"/>
            <a:ext cx="7822500" cy="142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50000"/>
              </a:lnSpc>
              <a:spcBef>
                <a:spcPts val="1400"/>
              </a:spcBef>
              <a:spcAft>
                <a:spcPts val="0"/>
              </a:spcAft>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400"/>
              </a:spcBef>
              <a:spcAft>
                <a:spcPts val="1400"/>
              </a:spcAft>
              <a:buNone/>
            </a:pPr>
            <a:r>
              <a:t/>
            </a:r>
            <a:endParaRPr b="1">
              <a:solidFill>
                <a:srgbClr val="222222"/>
              </a:solidFill>
              <a:highlight>
                <a:srgbClr val="FFFFFF"/>
              </a:highlight>
              <a:latin typeface="Poppins"/>
              <a:ea typeface="Poppins"/>
              <a:cs typeface="Poppins"/>
              <a:sym typeface="Poppins"/>
            </a:endParaRPr>
          </a:p>
        </p:txBody>
      </p:sp>
      <p:sp>
        <p:nvSpPr>
          <p:cNvPr id="650" name="Google Shape;650;p33"/>
          <p:cNvSpPr txBox="1"/>
          <p:nvPr/>
        </p:nvSpPr>
        <p:spPr>
          <a:xfrm>
            <a:off x="4833425" y="1627925"/>
            <a:ext cx="339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51" name="Google Shape;651;p33"/>
          <p:cNvSpPr txBox="1"/>
          <p:nvPr/>
        </p:nvSpPr>
        <p:spPr>
          <a:xfrm>
            <a:off x="5112700" y="1725350"/>
            <a:ext cx="38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52" name="Google Shape;652;p33"/>
          <p:cNvSpPr txBox="1"/>
          <p:nvPr/>
        </p:nvSpPr>
        <p:spPr>
          <a:xfrm>
            <a:off x="5112700" y="2187200"/>
            <a:ext cx="39528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53" name="Google Shape;653;p33"/>
          <p:cNvSpPr txBox="1"/>
          <p:nvPr/>
        </p:nvSpPr>
        <p:spPr>
          <a:xfrm>
            <a:off x="1348850" y="3386525"/>
            <a:ext cx="59448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t/>
            </a:r>
            <a:endParaRPr sz="1500">
              <a:solidFill>
                <a:srgbClr val="3C78D8"/>
              </a:solidFill>
              <a:latin typeface="Poppins"/>
              <a:ea typeface="Poppins"/>
              <a:cs typeface="Poppins"/>
              <a:sym typeface="Poppins"/>
            </a:endParaRPr>
          </a:p>
        </p:txBody>
      </p:sp>
      <p:sp>
        <p:nvSpPr>
          <p:cNvPr id="654" name="Google Shape;654;p33"/>
          <p:cNvSpPr txBox="1"/>
          <p:nvPr/>
        </p:nvSpPr>
        <p:spPr>
          <a:xfrm>
            <a:off x="1258463" y="3446800"/>
            <a:ext cx="6946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55" name="Google Shape;655;p33"/>
          <p:cNvSpPr txBox="1"/>
          <p:nvPr/>
        </p:nvSpPr>
        <p:spPr>
          <a:xfrm>
            <a:off x="949850" y="3417675"/>
            <a:ext cx="74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pic>
        <p:nvPicPr>
          <p:cNvPr id="656" name="Google Shape;656;p33"/>
          <p:cNvPicPr preferRelativeResize="0"/>
          <p:nvPr/>
        </p:nvPicPr>
        <p:blipFill>
          <a:blip r:embed="rId3">
            <a:alphaModFix/>
          </a:blip>
          <a:stretch>
            <a:fillRect/>
          </a:stretch>
        </p:blipFill>
        <p:spPr>
          <a:xfrm>
            <a:off x="880625" y="1452213"/>
            <a:ext cx="3952800" cy="2543175"/>
          </a:xfrm>
          <a:prstGeom prst="rect">
            <a:avLst/>
          </a:prstGeom>
          <a:noFill/>
          <a:ln>
            <a:noFill/>
          </a:ln>
        </p:spPr>
      </p:pic>
      <p:sp>
        <p:nvSpPr>
          <p:cNvPr id="657" name="Google Shape;657;p33"/>
          <p:cNvSpPr txBox="1"/>
          <p:nvPr/>
        </p:nvSpPr>
        <p:spPr>
          <a:xfrm>
            <a:off x="2683550" y="253675"/>
            <a:ext cx="3000000" cy="63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2900">
                <a:solidFill>
                  <a:srgbClr val="0066FF"/>
                </a:solidFill>
                <a:latin typeface="Poppins"/>
                <a:ea typeface="Poppins"/>
                <a:cs typeface="Poppins"/>
                <a:sym typeface="Poppins"/>
              </a:rPr>
              <a:t>Code Blocks</a:t>
            </a:r>
            <a:endParaRPr/>
          </a:p>
        </p:txBody>
      </p:sp>
      <p:sp>
        <p:nvSpPr>
          <p:cNvPr id="658" name="Google Shape;658;p33"/>
          <p:cNvSpPr txBox="1"/>
          <p:nvPr/>
        </p:nvSpPr>
        <p:spPr>
          <a:xfrm>
            <a:off x="4928825" y="1663800"/>
            <a:ext cx="3000000" cy="13392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create 5 yellow balloons at random locations.</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Add the wandering behavior to these balloons</a:t>
            </a:r>
            <a:endParaRPr sz="1500">
              <a:solidFill>
                <a:srgbClr val="3C78D8"/>
              </a:solidFill>
              <a:latin typeface="Poppins"/>
              <a:ea typeface="Poppins"/>
              <a:cs typeface="Poppins"/>
              <a:sym typeface="Poppins"/>
            </a:endParaRPr>
          </a:p>
        </p:txBody>
      </p:sp>
      <p:sp>
        <p:nvSpPr>
          <p:cNvPr id="659" name="Google Shape;659;p33"/>
          <p:cNvSpPr txBox="1"/>
          <p:nvPr/>
        </p:nvSpPr>
        <p:spPr>
          <a:xfrm>
            <a:off x="949850" y="968450"/>
            <a:ext cx="56226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GB">
                <a:solidFill>
                  <a:schemeClr val="dk1"/>
                </a:solidFill>
                <a:latin typeface="Poppins"/>
                <a:ea typeface="Poppins"/>
                <a:cs typeface="Poppins"/>
                <a:sym typeface="Poppins"/>
              </a:rPr>
              <a:t>Code Blocks to make new sprites</a:t>
            </a:r>
            <a:endParaRPr sz="1600">
              <a:solidFill>
                <a:schemeClr val="dk1"/>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34"/>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665" name="Google Shape;665;p34"/>
          <p:cNvGrpSpPr/>
          <p:nvPr/>
        </p:nvGrpSpPr>
        <p:grpSpPr>
          <a:xfrm>
            <a:off x="0" y="0"/>
            <a:ext cx="1540509" cy="1395081"/>
            <a:chOff x="-1" y="-1"/>
            <a:chExt cx="2539998" cy="2387610"/>
          </a:xfrm>
        </p:grpSpPr>
        <p:sp>
          <p:nvSpPr>
            <p:cNvPr id="666" name="Google Shape;666;p34"/>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67" name="Google Shape;667;p34"/>
            <p:cNvGrpSpPr/>
            <p:nvPr/>
          </p:nvGrpSpPr>
          <p:grpSpPr>
            <a:xfrm>
              <a:off x="180250" y="237004"/>
              <a:ext cx="2215000" cy="1884429"/>
              <a:chOff x="0" y="-1"/>
              <a:chExt cx="2215000" cy="1884429"/>
            </a:xfrm>
          </p:grpSpPr>
          <p:sp>
            <p:nvSpPr>
              <p:cNvPr id="668" name="Google Shape;668;p34"/>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69" name="Google Shape;669;p34"/>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70" name="Google Shape;670;p34"/>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671" name="Google Shape;671;p34"/>
          <p:cNvGrpSpPr/>
          <p:nvPr/>
        </p:nvGrpSpPr>
        <p:grpSpPr>
          <a:xfrm>
            <a:off x="7469873" y="3853757"/>
            <a:ext cx="1674074" cy="1326259"/>
            <a:chOff x="-2" y="-1"/>
            <a:chExt cx="2837895" cy="2438424"/>
          </a:xfrm>
        </p:grpSpPr>
        <p:sp>
          <p:nvSpPr>
            <p:cNvPr id="672" name="Google Shape;672;p34"/>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73" name="Google Shape;673;p34"/>
            <p:cNvGrpSpPr/>
            <p:nvPr/>
          </p:nvGrpSpPr>
          <p:grpSpPr>
            <a:xfrm>
              <a:off x="-2" y="183652"/>
              <a:ext cx="2448159" cy="1884384"/>
              <a:chOff x="-1" y="-1"/>
              <a:chExt cx="2448159" cy="1884384"/>
            </a:xfrm>
          </p:grpSpPr>
          <p:sp>
            <p:nvSpPr>
              <p:cNvPr id="674" name="Google Shape;674;p34"/>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75" name="Google Shape;675;p34"/>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76" name="Google Shape;676;p34"/>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677" name="Google Shape;677;p34"/>
          <p:cNvSpPr/>
          <p:nvPr/>
        </p:nvSpPr>
        <p:spPr>
          <a:xfrm>
            <a:off x="300145" y="66062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678" name="Google Shape;678;p34"/>
          <p:cNvGrpSpPr/>
          <p:nvPr/>
        </p:nvGrpSpPr>
        <p:grpSpPr>
          <a:xfrm>
            <a:off x="-2" y="3951491"/>
            <a:ext cx="3141293" cy="1192012"/>
            <a:chOff x="-2" y="0"/>
            <a:chExt cx="5584520" cy="2119132"/>
          </a:xfrm>
        </p:grpSpPr>
        <p:sp>
          <p:nvSpPr>
            <p:cNvPr id="679" name="Google Shape;679;p34"/>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680" name="Google Shape;680;p34"/>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681" name="Google Shape;681;p34"/>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chemeClr val="dk1"/>
              </a:buClr>
              <a:buSzPts val="1100"/>
              <a:buFont typeface="Arial"/>
              <a:buNone/>
            </a:pPr>
            <a:r>
              <a:rPr b="1" lang="en-GB" sz="2900">
                <a:solidFill>
                  <a:srgbClr val="0066FF"/>
                </a:solidFill>
                <a:latin typeface="Poppins"/>
                <a:ea typeface="Poppins"/>
                <a:cs typeface="Poppins"/>
                <a:sym typeface="Poppins"/>
              </a:rPr>
              <a:t>Code Blocks</a:t>
            </a:r>
            <a:endParaRPr b="1" sz="2900">
              <a:solidFill>
                <a:srgbClr val="0066FF"/>
              </a:solidFill>
              <a:latin typeface="Poppins"/>
              <a:ea typeface="Poppins"/>
              <a:cs typeface="Poppins"/>
              <a:sym typeface="Poppins"/>
            </a:endParaRPr>
          </a:p>
        </p:txBody>
      </p:sp>
      <p:sp>
        <p:nvSpPr>
          <p:cNvPr id="682" name="Google Shape;682;p34"/>
          <p:cNvSpPr txBox="1"/>
          <p:nvPr/>
        </p:nvSpPr>
        <p:spPr>
          <a:xfrm>
            <a:off x="670400" y="1105650"/>
            <a:ext cx="7822500" cy="142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50000"/>
              </a:lnSpc>
              <a:spcBef>
                <a:spcPts val="1400"/>
              </a:spcBef>
              <a:spcAft>
                <a:spcPts val="0"/>
              </a:spcAft>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400"/>
              </a:spcBef>
              <a:spcAft>
                <a:spcPts val="1400"/>
              </a:spcAft>
              <a:buNone/>
            </a:pPr>
            <a:r>
              <a:t/>
            </a:r>
            <a:endParaRPr b="1">
              <a:solidFill>
                <a:srgbClr val="222222"/>
              </a:solidFill>
              <a:highlight>
                <a:srgbClr val="FFFFFF"/>
              </a:highlight>
              <a:latin typeface="Poppins"/>
              <a:ea typeface="Poppins"/>
              <a:cs typeface="Poppins"/>
              <a:sym typeface="Poppins"/>
            </a:endParaRPr>
          </a:p>
        </p:txBody>
      </p:sp>
      <p:sp>
        <p:nvSpPr>
          <p:cNvPr id="683" name="Google Shape;683;p34"/>
          <p:cNvSpPr txBox="1"/>
          <p:nvPr/>
        </p:nvSpPr>
        <p:spPr>
          <a:xfrm>
            <a:off x="4833425" y="1627925"/>
            <a:ext cx="339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84" name="Google Shape;684;p34"/>
          <p:cNvSpPr txBox="1"/>
          <p:nvPr/>
        </p:nvSpPr>
        <p:spPr>
          <a:xfrm>
            <a:off x="5112700" y="1725350"/>
            <a:ext cx="38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85" name="Google Shape;685;p34"/>
          <p:cNvSpPr txBox="1"/>
          <p:nvPr/>
        </p:nvSpPr>
        <p:spPr>
          <a:xfrm>
            <a:off x="5112700" y="2187200"/>
            <a:ext cx="39528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86" name="Google Shape;686;p34"/>
          <p:cNvSpPr txBox="1"/>
          <p:nvPr/>
        </p:nvSpPr>
        <p:spPr>
          <a:xfrm>
            <a:off x="1348850" y="3386525"/>
            <a:ext cx="59448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t/>
            </a:r>
            <a:endParaRPr sz="1500">
              <a:solidFill>
                <a:srgbClr val="3C78D8"/>
              </a:solidFill>
              <a:latin typeface="Poppins"/>
              <a:ea typeface="Poppins"/>
              <a:cs typeface="Poppins"/>
              <a:sym typeface="Poppins"/>
            </a:endParaRPr>
          </a:p>
        </p:txBody>
      </p:sp>
      <p:sp>
        <p:nvSpPr>
          <p:cNvPr id="687" name="Google Shape;687;p34"/>
          <p:cNvSpPr txBox="1"/>
          <p:nvPr/>
        </p:nvSpPr>
        <p:spPr>
          <a:xfrm>
            <a:off x="1258463" y="3446800"/>
            <a:ext cx="6946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688" name="Google Shape;688;p34"/>
          <p:cNvSpPr txBox="1"/>
          <p:nvPr/>
        </p:nvSpPr>
        <p:spPr>
          <a:xfrm>
            <a:off x="949850" y="3417675"/>
            <a:ext cx="74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pic>
        <p:nvPicPr>
          <p:cNvPr id="689" name="Google Shape;689;p34"/>
          <p:cNvPicPr preferRelativeResize="0"/>
          <p:nvPr/>
        </p:nvPicPr>
        <p:blipFill>
          <a:blip r:embed="rId3">
            <a:alphaModFix/>
          </a:blip>
          <a:stretch>
            <a:fillRect/>
          </a:stretch>
        </p:blipFill>
        <p:spPr>
          <a:xfrm>
            <a:off x="467150" y="1282375"/>
            <a:ext cx="4302225" cy="3285875"/>
          </a:xfrm>
          <a:prstGeom prst="rect">
            <a:avLst/>
          </a:prstGeom>
          <a:noFill/>
          <a:ln>
            <a:noFill/>
          </a:ln>
        </p:spPr>
      </p:pic>
      <p:sp>
        <p:nvSpPr>
          <p:cNvPr id="690" name="Google Shape;690;p34"/>
          <p:cNvSpPr txBox="1"/>
          <p:nvPr/>
        </p:nvSpPr>
        <p:spPr>
          <a:xfrm>
            <a:off x="5001950" y="1210200"/>
            <a:ext cx="3264900" cy="2853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When right arrow is pressed, move the birdie 10 pixels east direction.</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When left arrow is pressed, move the birdie 10 pixels west direction.</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When down  arrow is pressed, move the birdie 10 pixels south direction</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When up arrow is pressed, move the birdie 10 pixels north direction.</a:t>
            </a:r>
            <a:endParaRPr sz="1500">
              <a:solidFill>
                <a:srgbClr val="3C78D8"/>
              </a:solidFill>
              <a:latin typeface="Poppins"/>
              <a:ea typeface="Poppins"/>
              <a:cs typeface="Poppins"/>
              <a:sym typeface="Poppins"/>
            </a:endParaRPr>
          </a:p>
          <a:p>
            <a:pPr indent="0" lvl="0" marL="0" rtl="0" algn="l">
              <a:spcBef>
                <a:spcPts val="0"/>
              </a:spcBef>
              <a:spcAft>
                <a:spcPts val="0"/>
              </a:spcAft>
              <a:buNone/>
            </a:pPr>
            <a:r>
              <a:rPr lang="en-GB"/>
              <a:t> </a:t>
            </a:r>
            <a:endParaRPr/>
          </a:p>
        </p:txBody>
      </p:sp>
      <p:sp>
        <p:nvSpPr>
          <p:cNvPr id="691" name="Google Shape;691;p34"/>
          <p:cNvSpPr txBox="1"/>
          <p:nvPr/>
        </p:nvSpPr>
        <p:spPr>
          <a:xfrm>
            <a:off x="565825" y="882175"/>
            <a:ext cx="58197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GB">
                <a:solidFill>
                  <a:schemeClr val="dk1"/>
                </a:solidFill>
                <a:latin typeface="Poppins"/>
                <a:ea typeface="Poppins"/>
                <a:cs typeface="Poppins"/>
                <a:sym typeface="Poppins"/>
              </a:rPr>
              <a:t> </a:t>
            </a:r>
            <a:r>
              <a:rPr b="1" lang="en-GB">
                <a:solidFill>
                  <a:schemeClr val="dk1"/>
                </a:solidFill>
                <a:latin typeface="Poppins"/>
                <a:ea typeface="Poppins"/>
                <a:cs typeface="Poppins"/>
                <a:sym typeface="Poppins"/>
              </a:rPr>
              <a:t>Code Blocks to move the Birdie sprite in all 4 directions</a:t>
            </a:r>
            <a:endParaRPr b="1">
              <a:solidFill>
                <a:schemeClr val="dk1"/>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35"/>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697" name="Google Shape;697;p35"/>
          <p:cNvGrpSpPr/>
          <p:nvPr/>
        </p:nvGrpSpPr>
        <p:grpSpPr>
          <a:xfrm>
            <a:off x="0" y="0"/>
            <a:ext cx="1540509" cy="1395081"/>
            <a:chOff x="-1" y="-1"/>
            <a:chExt cx="2539998" cy="2387610"/>
          </a:xfrm>
        </p:grpSpPr>
        <p:sp>
          <p:nvSpPr>
            <p:cNvPr id="698" name="Google Shape;698;p35"/>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699" name="Google Shape;699;p35"/>
            <p:cNvGrpSpPr/>
            <p:nvPr/>
          </p:nvGrpSpPr>
          <p:grpSpPr>
            <a:xfrm>
              <a:off x="180250" y="237004"/>
              <a:ext cx="2215000" cy="1884429"/>
              <a:chOff x="0" y="-1"/>
              <a:chExt cx="2215000" cy="1884429"/>
            </a:xfrm>
          </p:grpSpPr>
          <p:sp>
            <p:nvSpPr>
              <p:cNvPr id="700" name="Google Shape;700;p35"/>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01" name="Google Shape;701;p35"/>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02" name="Google Shape;702;p35"/>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703" name="Google Shape;703;p35"/>
          <p:cNvGrpSpPr/>
          <p:nvPr/>
        </p:nvGrpSpPr>
        <p:grpSpPr>
          <a:xfrm>
            <a:off x="7469873" y="3853757"/>
            <a:ext cx="1674074" cy="1326259"/>
            <a:chOff x="-2" y="-1"/>
            <a:chExt cx="2837895" cy="2438424"/>
          </a:xfrm>
        </p:grpSpPr>
        <p:sp>
          <p:nvSpPr>
            <p:cNvPr id="704" name="Google Shape;704;p35"/>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705" name="Google Shape;705;p35"/>
            <p:cNvGrpSpPr/>
            <p:nvPr/>
          </p:nvGrpSpPr>
          <p:grpSpPr>
            <a:xfrm>
              <a:off x="-2" y="183652"/>
              <a:ext cx="2448159" cy="1884384"/>
              <a:chOff x="-1" y="-1"/>
              <a:chExt cx="2448159" cy="1884384"/>
            </a:xfrm>
          </p:grpSpPr>
          <p:sp>
            <p:nvSpPr>
              <p:cNvPr id="706" name="Google Shape;706;p35"/>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07" name="Google Shape;707;p35"/>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08" name="Google Shape;708;p35"/>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709" name="Google Shape;709;p35"/>
          <p:cNvSpPr/>
          <p:nvPr/>
        </p:nvSpPr>
        <p:spPr>
          <a:xfrm>
            <a:off x="390050" y="901175"/>
            <a:ext cx="8562996" cy="3619674"/>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710" name="Google Shape;710;p35"/>
          <p:cNvGrpSpPr/>
          <p:nvPr/>
        </p:nvGrpSpPr>
        <p:grpSpPr>
          <a:xfrm>
            <a:off x="-2" y="3951490"/>
            <a:ext cx="3141293" cy="1192012"/>
            <a:chOff x="-2" y="0"/>
            <a:chExt cx="5584520" cy="2119132"/>
          </a:xfrm>
        </p:grpSpPr>
        <p:sp>
          <p:nvSpPr>
            <p:cNvPr id="711" name="Google Shape;711;p35"/>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12" name="Google Shape;712;p35"/>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713" name="Google Shape;713;p35"/>
          <p:cNvSpPr txBox="1"/>
          <p:nvPr/>
        </p:nvSpPr>
        <p:spPr>
          <a:xfrm>
            <a:off x="3601449" y="253675"/>
            <a:ext cx="2285100" cy="3849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b="1" lang="en-GB" sz="2500">
                <a:solidFill>
                  <a:srgbClr val="0066FF"/>
                </a:solidFill>
                <a:latin typeface="Poppins"/>
                <a:ea typeface="Poppins"/>
                <a:cs typeface="Poppins"/>
                <a:sym typeface="Poppins"/>
              </a:rPr>
              <a:t>Assessment 1</a:t>
            </a:r>
            <a:endParaRPr b="1" i="0" sz="3500" u="none" cap="none" strike="noStrike">
              <a:solidFill>
                <a:srgbClr val="0066FF"/>
              </a:solidFill>
              <a:latin typeface="Poppins"/>
              <a:ea typeface="Poppins"/>
              <a:cs typeface="Poppins"/>
              <a:sym typeface="Poppins"/>
            </a:endParaRPr>
          </a:p>
        </p:txBody>
      </p:sp>
      <p:sp>
        <p:nvSpPr>
          <p:cNvPr id="714" name="Google Shape;714;p35"/>
          <p:cNvSpPr txBox="1"/>
          <p:nvPr/>
        </p:nvSpPr>
        <p:spPr>
          <a:xfrm>
            <a:off x="618550" y="1099800"/>
            <a:ext cx="8525400" cy="3451800"/>
          </a:xfrm>
          <a:prstGeom prst="rect">
            <a:avLst/>
          </a:prstGeom>
          <a:noFill/>
          <a:ln>
            <a:noFill/>
          </a:ln>
        </p:spPr>
        <p:txBody>
          <a:bodyPr anchorCtr="0" anchor="t" bIns="51425" lIns="51425" spcFirstLastPara="1" rIns="51425" wrap="square" tIns="51425">
            <a:spAutoFit/>
          </a:bodyPr>
          <a:lstStyle/>
          <a:p>
            <a:pPr indent="0" lvl="0" marL="0" rtl="0" algn="l">
              <a:lnSpc>
                <a:spcPct val="150000"/>
              </a:lnSpc>
              <a:spcBef>
                <a:spcPts val="0"/>
              </a:spcBef>
              <a:spcAft>
                <a:spcPts val="0"/>
              </a:spcAft>
              <a:buNone/>
            </a:pPr>
            <a:r>
              <a:rPr lang="en-GB" sz="1500">
                <a:solidFill>
                  <a:schemeClr val="dk1"/>
                </a:solidFill>
                <a:latin typeface="Poppins"/>
                <a:ea typeface="Poppins"/>
                <a:cs typeface="Poppins"/>
                <a:sym typeface="Poppins"/>
              </a:rPr>
              <a:t>Ask students the following questions to check the pace of the learner.</a:t>
            </a:r>
            <a:endParaRPr sz="15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GB" sz="1500">
                <a:solidFill>
                  <a:srgbClr val="3C78D8"/>
                </a:solidFill>
                <a:latin typeface="Poppins"/>
                <a:ea typeface="Poppins"/>
                <a:cs typeface="Poppins"/>
                <a:sym typeface="Poppins"/>
              </a:rPr>
              <a:t>Which </a:t>
            </a:r>
            <a:r>
              <a:rPr lang="en-GB" sz="1500" u="sng">
                <a:solidFill>
                  <a:schemeClr val="hlink"/>
                </a:solidFill>
                <a:latin typeface="Poppins"/>
                <a:ea typeface="Poppins"/>
                <a:cs typeface="Poppins"/>
                <a:sym typeface="Poppins"/>
                <a:hlinkClick action="ppaction://hlinksldjump" r:id="rId3"/>
              </a:rPr>
              <a:t>loop</a:t>
            </a:r>
            <a:r>
              <a:rPr lang="en-GB" sz="1500">
                <a:solidFill>
                  <a:srgbClr val="3C78D8"/>
                </a:solidFill>
                <a:latin typeface="Poppins"/>
                <a:ea typeface="Poppins"/>
                <a:cs typeface="Poppins"/>
                <a:sym typeface="Poppins"/>
              </a:rPr>
              <a:t> is used in the project  ?</a:t>
            </a:r>
            <a:r>
              <a:rPr lang="en-GB" sz="1500">
                <a:solidFill>
                  <a:srgbClr val="3C78D8"/>
                </a:solidFill>
                <a:latin typeface="Poppins"/>
                <a:ea typeface="Poppins"/>
                <a:cs typeface="Poppins"/>
                <a:sym typeface="Poppins"/>
              </a:rPr>
              <a:t> [2 marks] </a:t>
            </a:r>
            <a:r>
              <a:rPr b="1" lang="en-GB" sz="1500">
                <a:solidFill>
                  <a:srgbClr val="93C47D"/>
                </a:solidFill>
                <a:latin typeface="Poppins"/>
                <a:ea typeface="Poppins"/>
                <a:cs typeface="Poppins"/>
                <a:sym typeface="Poppins"/>
              </a:rPr>
              <a:t>Answer: Repeat loop. </a:t>
            </a:r>
            <a:endParaRPr b="1" sz="1500">
              <a:solidFill>
                <a:srgbClr val="93C47D"/>
              </a:solidFill>
              <a:latin typeface="Poppins"/>
              <a:ea typeface="Poppins"/>
              <a:cs typeface="Poppins"/>
              <a:sym typeface="Poppins"/>
            </a:endParaRPr>
          </a:p>
          <a:p>
            <a:pPr indent="0" lvl="0" marL="0" rtl="0" algn="l">
              <a:lnSpc>
                <a:spcPct val="150000"/>
              </a:lnSpc>
              <a:spcBef>
                <a:spcPts val="0"/>
              </a:spcBef>
              <a:spcAft>
                <a:spcPts val="0"/>
              </a:spcAft>
              <a:buNone/>
            </a:pPr>
            <a:r>
              <a:rPr lang="en-GB" sz="1500">
                <a:solidFill>
                  <a:srgbClr val="3C78D8"/>
                </a:solidFill>
                <a:latin typeface="Poppins"/>
                <a:ea typeface="Poppins"/>
                <a:cs typeface="Poppins"/>
                <a:sym typeface="Poppins"/>
              </a:rPr>
              <a:t>What are</a:t>
            </a:r>
            <a:r>
              <a:rPr lang="en-GB" sz="1500" u="sng">
                <a:solidFill>
                  <a:schemeClr val="hlink"/>
                </a:solidFill>
                <a:latin typeface="Poppins"/>
                <a:ea typeface="Poppins"/>
                <a:cs typeface="Poppins"/>
                <a:sym typeface="Poppins"/>
                <a:hlinkClick action="ppaction://hlinksldjump" r:id="rId4"/>
              </a:rPr>
              <a:t> sprite behaviors</a:t>
            </a:r>
            <a:r>
              <a:rPr lang="en-GB" sz="1500">
                <a:solidFill>
                  <a:srgbClr val="3C78D8"/>
                </a:solidFill>
                <a:latin typeface="Poppins"/>
                <a:ea typeface="Poppins"/>
                <a:cs typeface="Poppins"/>
                <a:sym typeface="Poppins"/>
              </a:rPr>
              <a:t>?</a:t>
            </a:r>
            <a:r>
              <a:rPr lang="en-GB" sz="1500">
                <a:solidFill>
                  <a:srgbClr val="3C78D8"/>
                </a:solidFill>
                <a:latin typeface="Poppins"/>
                <a:ea typeface="Poppins"/>
                <a:cs typeface="Poppins"/>
                <a:sym typeface="Poppins"/>
              </a:rPr>
              <a:t>[2 marks]</a:t>
            </a:r>
            <a:r>
              <a:rPr b="1" lang="en-GB" sz="1500">
                <a:solidFill>
                  <a:srgbClr val="93C47D"/>
                </a:solidFill>
                <a:latin typeface="Poppins"/>
                <a:ea typeface="Poppins"/>
                <a:cs typeface="Poppins"/>
                <a:sym typeface="Poppins"/>
              </a:rPr>
              <a:t>Answer: </a:t>
            </a:r>
            <a:r>
              <a:rPr b="1" lang="en-GB" sz="1500">
                <a:solidFill>
                  <a:srgbClr val="93C47D"/>
                </a:solidFill>
                <a:highlight>
                  <a:schemeClr val="lt1"/>
                </a:highlight>
                <a:latin typeface="Poppins"/>
                <a:ea typeface="Poppins"/>
                <a:cs typeface="Poppins"/>
                <a:sym typeface="Poppins"/>
              </a:rPr>
              <a:t>Behaviors are </a:t>
            </a:r>
            <a:r>
              <a:rPr b="1" lang="en-GB" sz="1500">
                <a:solidFill>
                  <a:srgbClr val="93C47D"/>
                </a:solidFill>
                <a:latin typeface="Poppins"/>
                <a:ea typeface="Poppins"/>
                <a:cs typeface="Poppins"/>
                <a:sym typeface="Poppins"/>
              </a:rPr>
              <a:t>pre-defined sets of actions that a sprite can perform over and over</a:t>
            </a:r>
            <a:r>
              <a:rPr b="1" lang="en-GB" sz="1500">
                <a:solidFill>
                  <a:srgbClr val="93C47D"/>
                </a:solidFill>
                <a:highlight>
                  <a:schemeClr val="lt1"/>
                </a:highlight>
                <a:latin typeface="Poppins"/>
                <a:ea typeface="Poppins"/>
                <a:cs typeface="Poppins"/>
                <a:sym typeface="Poppins"/>
              </a:rPr>
              <a:t>.</a:t>
            </a:r>
            <a:endParaRPr b="1">
              <a:solidFill>
                <a:srgbClr val="93C47D"/>
              </a:solidFill>
            </a:endParaRPr>
          </a:p>
          <a:p>
            <a:pPr indent="0" lvl="0" marL="0" rtl="0" algn="l">
              <a:lnSpc>
                <a:spcPct val="150000"/>
              </a:lnSpc>
              <a:spcBef>
                <a:spcPts val="0"/>
              </a:spcBef>
              <a:spcAft>
                <a:spcPts val="0"/>
              </a:spcAft>
              <a:buNone/>
            </a:pPr>
            <a:r>
              <a:rPr b="1" lang="en-GB">
                <a:solidFill>
                  <a:srgbClr val="93C47D"/>
                </a:solidFill>
                <a:highlight>
                  <a:schemeClr val="lt1"/>
                </a:highlight>
                <a:latin typeface="Poppins"/>
                <a:ea typeface="Poppins"/>
                <a:cs typeface="Poppins"/>
                <a:sym typeface="Poppins"/>
              </a:rPr>
              <a:t> </a:t>
            </a:r>
            <a:r>
              <a:rPr lang="en-GB" sz="1500">
                <a:solidFill>
                  <a:srgbClr val="3C78D8"/>
                </a:solidFill>
                <a:latin typeface="Poppins"/>
                <a:ea typeface="Poppins"/>
                <a:cs typeface="Poppins"/>
                <a:sym typeface="Poppins"/>
              </a:rPr>
              <a:t>Where did we store the </a:t>
            </a:r>
            <a:r>
              <a:rPr lang="en-GB" sz="1500" u="sng">
                <a:solidFill>
                  <a:schemeClr val="hlink"/>
                </a:solidFill>
                <a:latin typeface="Poppins"/>
                <a:ea typeface="Poppins"/>
                <a:cs typeface="Poppins"/>
                <a:sym typeface="Poppins"/>
                <a:hlinkClick action="ppaction://hlinksldjump" r:id="rId5"/>
              </a:rPr>
              <a:t>game points</a:t>
            </a:r>
            <a:r>
              <a:rPr lang="en-GB" sz="1500">
                <a:solidFill>
                  <a:srgbClr val="3C78D8"/>
                </a:solidFill>
                <a:latin typeface="Poppins"/>
                <a:ea typeface="Poppins"/>
                <a:cs typeface="Poppins"/>
                <a:sym typeface="Poppins"/>
              </a:rPr>
              <a:t>? [2 marks]</a:t>
            </a:r>
            <a:endParaRPr sz="1500">
              <a:solidFill>
                <a:srgbClr val="3C78D8"/>
              </a:solidFill>
              <a:latin typeface="Poppins"/>
              <a:ea typeface="Poppins"/>
              <a:cs typeface="Poppins"/>
              <a:sym typeface="Poppins"/>
            </a:endParaRPr>
          </a:p>
          <a:p>
            <a:pPr indent="0" lvl="0" marL="0" rtl="0" algn="l">
              <a:lnSpc>
                <a:spcPct val="150000"/>
              </a:lnSpc>
              <a:spcBef>
                <a:spcPts val="0"/>
              </a:spcBef>
              <a:spcAft>
                <a:spcPts val="0"/>
              </a:spcAft>
              <a:buNone/>
            </a:pPr>
            <a:r>
              <a:rPr b="1" lang="en-GB" sz="1500">
                <a:solidFill>
                  <a:srgbClr val="93C47D"/>
                </a:solidFill>
                <a:latin typeface="Poppins"/>
                <a:ea typeface="Poppins"/>
                <a:cs typeface="Poppins"/>
                <a:sym typeface="Poppins"/>
              </a:rPr>
              <a:t>Answer:In a score variable. </a:t>
            </a:r>
            <a:r>
              <a:rPr b="1" lang="en-GB" sz="1500">
                <a:solidFill>
                  <a:srgbClr val="93C47D"/>
                </a:solidFill>
                <a:highlight>
                  <a:schemeClr val="lt1"/>
                </a:highlight>
                <a:latin typeface="Poppins"/>
                <a:ea typeface="Poppins"/>
                <a:cs typeface="Poppins"/>
                <a:sym typeface="Poppins"/>
              </a:rPr>
              <a:t> </a:t>
            </a:r>
            <a:endParaRPr b="1" sz="1500">
              <a:solidFill>
                <a:srgbClr val="93C47D"/>
              </a:solidFill>
              <a:highlight>
                <a:schemeClr val="lt1"/>
              </a:highlight>
              <a:latin typeface="Poppins"/>
              <a:ea typeface="Poppins"/>
              <a:cs typeface="Poppins"/>
              <a:sym typeface="Poppins"/>
            </a:endParaRPr>
          </a:p>
          <a:p>
            <a:pPr indent="0" lvl="0" marL="0" rtl="0" algn="l">
              <a:lnSpc>
                <a:spcPct val="150000"/>
              </a:lnSpc>
              <a:spcBef>
                <a:spcPts val="0"/>
              </a:spcBef>
              <a:spcAft>
                <a:spcPts val="0"/>
              </a:spcAft>
              <a:buNone/>
            </a:pPr>
            <a:r>
              <a:rPr lang="en-GB" sz="1500">
                <a:solidFill>
                  <a:srgbClr val="3C78D8"/>
                </a:solidFill>
                <a:latin typeface="Poppins"/>
                <a:ea typeface="Poppins"/>
                <a:cs typeface="Poppins"/>
                <a:sym typeface="Poppins"/>
              </a:rPr>
              <a:t>What are the different types of </a:t>
            </a:r>
            <a:r>
              <a:rPr lang="en-GB" sz="1500" u="sng">
                <a:solidFill>
                  <a:schemeClr val="hlink"/>
                </a:solidFill>
                <a:latin typeface="Poppins"/>
                <a:ea typeface="Poppins"/>
                <a:cs typeface="Poppins"/>
                <a:sym typeface="Poppins"/>
                <a:hlinkClick action="ppaction://hlinksldjump" r:id="rId6"/>
              </a:rPr>
              <a:t>events </a:t>
            </a:r>
            <a:r>
              <a:rPr lang="en-GB" sz="1500">
                <a:solidFill>
                  <a:srgbClr val="3C78D8"/>
                </a:solidFill>
                <a:latin typeface="Poppins"/>
                <a:ea typeface="Poppins"/>
                <a:cs typeface="Poppins"/>
                <a:sym typeface="Poppins"/>
              </a:rPr>
              <a:t>added to move the bird  ?</a:t>
            </a:r>
            <a:r>
              <a:rPr lang="en-GB" sz="1500">
                <a:solidFill>
                  <a:srgbClr val="3C78D8"/>
                </a:solidFill>
                <a:latin typeface="Poppins"/>
                <a:ea typeface="Poppins"/>
                <a:cs typeface="Poppins"/>
                <a:sym typeface="Poppins"/>
              </a:rPr>
              <a:t> [2 marks]</a:t>
            </a:r>
            <a:endParaRPr sz="1500">
              <a:solidFill>
                <a:srgbClr val="3C78D8"/>
              </a:solidFill>
              <a:latin typeface="Poppins"/>
              <a:ea typeface="Poppins"/>
              <a:cs typeface="Poppins"/>
              <a:sym typeface="Poppins"/>
            </a:endParaRPr>
          </a:p>
          <a:p>
            <a:pPr indent="0" lvl="0" marL="0" rtl="0" algn="l">
              <a:lnSpc>
                <a:spcPct val="150000"/>
              </a:lnSpc>
              <a:spcBef>
                <a:spcPts val="0"/>
              </a:spcBef>
              <a:spcAft>
                <a:spcPts val="0"/>
              </a:spcAft>
              <a:buNone/>
            </a:pPr>
            <a:r>
              <a:rPr b="1" lang="en-GB" sz="1500">
                <a:solidFill>
                  <a:srgbClr val="93C47D"/>
                </a:solidFill>
                <a:latin typeface="Poppins"/>
                <a:ea typeface="Poppins"/>
                <a:cs typeface="Poppins"/>
                <a:sym typeface="Poppins"/>
              </a:rPr>
              <a:t>Answer: Key pressed events.</a:t>
            </a:r>
            <a:endParaRPr sz="15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GB" sz="1500">
                <a:solidFill>
                  <a:schemeClr val="dk1"/>
                </a:solidFill>
                <a:latin typeface="Poppins"/>
                <a:ea typeface="Poppins"/>
                <a:cs typeface="Poppins"/>
                <a:sym typeface="Poppins"/>
              </a:rPr>
              <a:t>(This is an assessment to recall the concepts learnt so far. Follow the checkpoint after this).</a:t>
            </a:r>
            <a:endParaRPr sz="1500">
              <a:solidFill>
                <a:schemeClr val="dk1"/>
              </a:solidFill>
              <a:latin typeface="Poppins"/>
              <a:ea typeface="Poppins"/>
              <a:cs typeface="Poppins"/>
              <a:sym typeface="Poppins"/>
            </a:endParaRPr>
          </a:p>
        </p:txBody>
      </p:sp>
      <p:sp>
        <p:nvSpPr>
          <p:cNvPr id="715" name="Google Shape;715;p35"/>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36"/>
          <p:cNvSpPr/>
          <p:nvPr/>
        </p:nvSpPr>
        <p:spPr>
          <a:xfrm>
            <a:off x="3947512" y="740933"/>
            <a:ext cx="1596294" cy="1471446"/>
          </a:xfrm>
          <a:custGeom>
            <a:rect b="b" l="l" r="r" t="t"/>
            <a:pathLst>
              <a:path extrusionOk="0" h="21600" w="21600">
                <a:moveTo>
                  <a:pt x="8780" y="21600"/>
                </a:moveTo>
                <a:lnTo>
                  <a:pt x="8310" y="21577"/>
                </a:lnTo>
                <a:lnTo>
                  <a:pt x="7850" y="21526"/>
                </a:lnTo>
                <a:lnTo>
                  <a:pt x="7400" y="21444"/>
                </a:lnTo>
                <a:lnTo>
                  <a:pt x="6961" y="21329"/>
                </a:lnTo>
                <a:lnTo>
                  <a:pt x="6532" y="21182"/>
                </a:lnTo>
                <a:lnTo>
                  <a:pt x="6116" y="21003"/>
                </a:lnTo>
                <a:lnTo>
                  <a:pt x="5711" y="20792"/>
                </a:lnTo>
                <a:lnTo>
                  <a:pt x="5318" y="20552"/>
                </a:lnTo>
                <a:lnTo>
                  <a:pt x="4938" y="20287"/>
                </a:lnTo>
                <a:lnTo>
                  <a:pt x="4569" y="19998"/>
                </a:lnTo>
                <a:lnTo>
                  <a:pt x="4212" y="19689"/>
                </a:lnTo>
                <a:lnTo>
                  <a:pt x="3868" y="19360"/>
                </a:lnTo>
                <a:lnTo>
                  <a:pt x="3537" y="19015"/>
                </a:lnTo>
                <a:lnTo>
                  <a:pt x="3218" y="18657"/>
                </a:lnTo>
                <a:lnTo>
                  <a:pt x="2911" y="18287"/>
                </a:lnTo>
                <a:lnTo>
                  <a:pt x="2618" y="17909"/>
                </a:lnTo>
                <a:lnTo>
                  <a:pt x="2337" y="17524"/>
                </a:lnTo>
                <a:lnTo>
                  <a:pt x="2044" y="17106"/>
                </a:lnTo>
                <a:lnTo>
                  <a:pt x="1767" y="16682"/>
                </a:lnTo>
                <a:lnTo>
                  <a:pt x="1507" y="16255"/>
                </a:lnTo>
                <a:lnTo>
                  <a:pt x="1263" y="15823"/>
                </a:lnTo>
                <a:lnTo>
                  <a:pt x="1039" y="15386"/>
                </a:lnTo>
                <a:lnTo>
                  <a:pt x="833" y="14947"/>
                </a:lnTo>
                <a:lnTo>
                  <a:pt x="648" y="14504"/>
                </a:lnTo>
                <a:lnTo>
                  <a:pt x="485" y="14057"/>
                </a:lnTo>
                <a:lnTo>
                  <a:pt x="343" y="13608"/>
                </a:lnTo>
                <a:lnTo>
                  <a:pt x="225" y="13156"/>
                </a:lnTo>
                <a:lnTo>
                  <a:pt x="130" y="12702"/>
                </a:lnTo>
                <a:lnTo>
                  <a:pt x="61" y="12246"/>
                </a:lnTo>
                <a:lnTo>
                  <a:pt x="18" y="11785"/>
                </a:lnTo>
                <a:lnTo>
                  <a:pt x="0" y="11324"/>
                </a:lnTo>
                <a:lnTo>
                  <a:pt x="7" y="10862"/>
                </a:lnTo>
                <a:lnTo>
                  <a:pt x="39" y="10400"/>
                </a:lnTo>
                <a:lnTo>
                  <a:pt x="93" y="9941"/>
                </a:lnTo>
                <a:lnTo>
                  <a:pt x="171" y="9483"/>
                </a:lnTo>
                <a:lnTo>
                  <a:pt x="270" y="9029"/>
                </a:lnTo>
                <a:lnTo>
                  <a:pt x="390" y="8578"/>
                </a:lnTo>
                <a:lnTo>
                  <a:pt x="530" y="8133"/>
                </a:lnTo>
                <a:lnTo>
                  <a:pt x="690" y="7693"/>
                </a:lnTo>
                <a:lnTo>
                  <a:pt x="869" y="7259"/>
                </a:lnTo>
                <a:lnTo>
                  <a:pt x="1065" y="6832"/>
                </a:lnTo>
                <a:lnTo>
                  <a:pt x="1282" y="6417"/>
                </a:lnTo>
                <a:lnTo>
                  <a:pt x="1517" y="6011"/>
                </a:lnTo>
                <a:lnTo>
                  <a:pt x="1769" y="5612"/>
                </a:lnTo>
                <a:lnTo>
                  <a:pt x="2037" y="5222"/>
                </a:lnTo>
                <a:lnTo>
                  <a:pt x="2321" y="4839"/>
                </a:lnTo>
                <a:lnTo>
                  <a:pt x="2622" y="4465"/>
                </a:lnTo>
                <a:lnTo>
                  <a:pt x="2938" y="4098"/>
                </a:lnTo>
                <a:lnTo>
                  <a:pt x="3269" y="3738"/>
                </a:lnTo>
                <a:lnTo>
                  <a:pt x="3616" y="3386"/>
                </a:lnTo>
                <a:lnTo>
                  <a:pt x="3977" y="3041"/>
                </a:lnTo>
                <a:lnTo>
                  <a:pt x="4352" y="2704"/>
                </a:lnTo>
                <a:lnTo>
                  <a:pt x="4741" y="2373"/>
                </a:lnTo>
                <a:lnTo>
                  <a:pt x="5109" y="2074"/>
                </a:lnTo>
                <a:lnTo>
                  <a:pt x="5489" y="1785"/>
                </a:lnTo>
                <a:lnTo>
                  <a:pt x="5879" y="1507"/>
                </a:lnTo>
                <a:lnTo>
                  <a:pt x="6278" y="1245"/>
                </a:lnTo>
                <a:lnTo>
                  <a:pt x="6685" y="999"/>
                </a:lnTo>
                <a:lnTo>
                  <a:pt x="7099" y="774"/>
                </a:lnTo>
                <a:lnTo>
                  <a:pt x="7519" y="572"/>
                </a:lnTo>
                <a:lnTo>
                  <a:pt x="7944" y="396"/>
                </a:lnTo>
                <a:lnTo>
                  <a:pt x="8372" y="248"/>
                </a:lnTo>
                <a:lnTo>
                  <a:pt x="8803" y="132"/>
                </a:lnTo>
                <a:lnTo>
                  <a:pt x="9235" y="50"/>
                </a:lnTo>
                <a:lnTo>
                  <a:pt x="9668" y="5"/>
                </a:lnTo>
                <a:lnTo>
                  <a:pt x="10099" y="0"/>
                </a:lnTo>
                <a:lnTo>
                  <a:pt x="10529" y="33"/>
                </a:lnTo>
                <a:lnTo>
                  <a:pt x="10959" y="106"/>
                </a:lnTo>
                <a:lnTo>
                  <a:pt x="11389" y="214"/>
                </a:lnTo>
                <a:lnTo>
                  <a:pt x="11820" y="354"/>
                </a:lnTo>
                <a:lnTo>
                  <a:pt x="12254" y="521"/>
                </a:lnTo>
                <a:lnTo>
                  <a:pt x="12691" y="712"/>
                </a:lnTo>
                <a:lnTo>
                  <a:pt x="13132" y="922"/>
                </a:lnTo>
                <a:lnTo>
                  <a:pt x="13579" y="1149"/>
                </a:lnTo>
                <a:lnTo>
                  <a:pt x="14032" y="1388"/>
                </a:lnTo>
                <a:lnTo>
                  <a:pt x="14960" y="1886"/>
                </a:lnTo>
                <a:lnTo>
                  <a:pt x="15437" y="2138"/>
                </a:lnTo>
                <a:lnTo>
                  <a:pt x="15924" y="2387"/>
                </a:lnTo>
                <a:lnTo>
                  <a:pt x="16386" y="2612"/>
                </a:lnTo>
                <a:lnTo>
                  <a:pt x="17784" y="3270"/>
                </a:lnTo>
                <a:lnTo>
                  <a:pt x="18240" y="3491"/>
                </a:lnTo>
                <a:lnTo>
                  <a:pt x="18684" y="3717"/>
                </a:lnTo>
                <a:lnTo>
                  <a:pt x="19112" y="3948"/>
                </a:lnTo>
                <a:lnTo>
                  <a:pt x="19519" y="4188"/>
                </a:lnTo>
                <a:lnTo>
                  <a:pt x="19901" y="4438"/>
                </a:lnTo>
                <a:lnTo>
                  <a:pt x="20254" y="4701"/>
                </a:lnTo>
                <a:lnTo>
                  <a:pt x="20572" y="4978"/>
                </a:lnTo>
                <a:lnTo>
                  <a:pt x="20853" y="5272"/>
                </a:lnTo>
                <a:lnTo>
                  <a:pt x="21091" y="5585"/>
                </a:lnTo>
                <a:lnTo>
                  <a:pt x="21282" y="5919"/>
                </a:lnTo>
                <a:lnTo>
                  <a:pt x="21427" y="6274"/>
                </a:lnTo>
                <a:lnTo>
                  <a:pt x="21526" y="6651"/>
                </a:lnTo>
                <a:lnTo>
                  <a:pt x="21582" y="7047"/>
                </a:lnTo>
                <a:lnTo>
                  <a:pt x="21600" y="7460"/>
                </a:lnTo>
                <a:lnTo>
                  <a:pt x="21585" y="7889"/>
                </a:lnTo>
                <a:lnTo>
                  <a:pt x="21541" y="8332"/>
                </a:lnTo>
                <a:lnTo>
                  <a:pt x="21473" y="8788"/>
                </a:lnTo>
                <a:lnTo>
                  <a:pt x="21385" y="9254"/>
                </a:lnTo>
                <a:lnTo>
                  <a:pt x="21282" y="9729"/>
                </a:lnTo>
                <a:lnTo>
                  <a:pt x="21167" y="10211"/>
                </a:lnTo>
                <a:lnTo>
                  <a:pt x="20923" y="11190"/>
                </a:lnTo>
                <a:lnTo>
                  <a:pt x="20803" y="11684"/>
                </a:lnTo>
                <a:lnTo>
                  <a:pt x="20689" y="12178"/>
                </a:lnTo>
                <a:lnTo>
                  <a:pt x="20588" y="12671"/>
                </a:lnTo>
                <a:lnTo>
                  <a:pt x="20494" y="13161"/>
                </a:lnTo>
                <a:lnTo>
                  <a:pt x="20319" y="14124"/>
                </a:lnTo>
                <a:lnTo>
                  <a:pt x="20231" y="14594"/>
                </a:lnTo>
                <a:lnTo>
                  <a:pt x="20138" y="15055"/>
                </a:lnTo>
                <a:lnTo>
                  <a:pt x="20038" y="15504"/>
                </a:lnTo>
                <a:lnTo>
                  <a:pt x="19928" y="15941"/>
                </a:lnTo>
                <a:lnTo>
                  <a:pt x="19804" y="16363"/>
                </a:lnTo>
                <a:lnTo>
                  <a:pt x="19664" y="16770"/>
                </a:lnTo>
                <a:lnTo>
                  <a:pt x="19505" y="17159"/>
                </a:lnTo>
                <a:lnTo>
                  <a:pt x="19323" y="17529"/>
                </a:lnTo>
                <a:lnTo>
                  <a:pt x="19115" y="17879"/>
                </a:lnTo>
                <a:lnTo>
                  <a:pt x="18879" y="18206"/>
                </a:lnTo>
                <a:lnTo>
                  <a:pt x="18590" y="18532"/>
                </a:lnTo>
                <a:lnTo>
                  <a:pt x="18267" y="18833"/>
                </a:lnTo>
                <a:lnTo>
                  <a:pt x="17912" y="19109"/>
                </a:lnTo>
                <a:lnTo>
                  <a:pt x="17529" y="19363"/>
                </a:lnTo>
                <a:lnTo>
                  <a:pt x="17120" y="19596"/>
                </a:lnTo>
                <a:lnTo>
                  <a:pt x="16688" y="19810"/>
                </a:lnTo>
                <a:lnTo>
                  <a:pt x="16237" y="20007"/>
                </a:lnTo>
                <a:lnTo>
                  <a:pt x="15768" y="20188"/>
                </a:lnTo>
                <a:lnTo>
                  <a:pt x="15285" y="20355"/>
                </a:lnTo>
                <a:lnTo>
                  <a:pt x="14790" y="20511"/>
                </a:lnTo>
                <a:lnTo>
                  <a:pt x="14287" y="20655"/>
                </a:lnTo>
                <a:lnTo>
                  <a:pt x="13778" y="20791"/>
                </a:lnTo>
                <a:lnTo>
                  <a:pt x="13266" y="20920"/>
                </a:lnTo>
                <a:lnTo>
                  <a:pt x="12754" y="21046"/>
                </a:lnTo>
                <a:lnTo>
                  <a:pt x="12244" y="21165"/>
                </a:lnTo>
                <a:lnTo>
                  <a:pt x="11736" y="21275"/>
                </a:lnTo>
                <a:lnTo>
                  <a:pt x="11230" y="21372"/>
                </a:lnTo>
                <a:lnTo>
                  <a:pt x="10729" y="21456"/>
                </a:lnTo>
                <a:lnTo>
                  <a:pt x="10232" y="21522"/>
                </a:lnTo>
                <a:lnTo>
                  <a:pt x="9741" y="21570"/>
                </a:lnTo>
                <a:lnTo>
                  <a:pt x="9257" y="21597"/>
                </a:lnTo>
                <a:lnTo>
                  <a:pt x="878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21" name="Google Shape;721;p36"/>
          <p:cNvSpPr txBox="1"/>
          <p:nvPr/>
        </p:nvSpPr>
        <p:spPr>
          <a:xfrm>
            <a:off x="2762274" y="2835296"/>
            <a:ext cx="3627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Poppins"/>
              <a:buNone/>
            </a:pPr>
            <a:r>
              <a:t/>
            </a:r>
            <a:endParaRPr b="0" i="0" sz="1400" u="none" cap="none" strike="noStrike">
              <a:solidFill>
                <a:srgbClr val="000000"/>
              </a:solidFill>
              <a:latin typeface="Arial"/>
              <a:ea typeface="Arial"/>
              <a:cs typeface="Arial"/>
              <a:sym typeface="Arial"/>
            </a:endParaRPr>
          </a:p>
        </p:txBody>
      </p:sp>
      <p:sp>
        <p:nvSpPr>
          <p:cNvPr id="722" name="Google Shape;722;p36"/>
          <p:cNvSpPr/>
          <p:nvPr/>
        </p:nvSpPr>
        <p:spPr>
          <a:xfrm>
            <a:off x="307220" y="2833175"/>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23" name="Google Shape;723;p36"/>
          <p:cNvSpPr/>
          <p:nvPr/>
        </p:nvSpPr>
        <p:spPr>
          <a:xfrm>
            <a:off x="703436" y="3463222"/>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24" name="Google Shape;724;p36"/>
          <p:cNvSpPr/>
          <p:nvPr/>
        </p:nvSpPr>
        <p:spPr>
          <a:xfrm>
            <a:off x="1121568" y="329326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8" id="725" name="Google Shape;725;p36"/>
          <p:cNvPicPr preferRelativeResize="0"/>
          <p:nvPr/>
        </p:nvPicPr>
        <p:blipFill rotWithShape="1">
          <a:blip r:embed="rId3">
            <a:alphaModFix/>
          </a:blip>
          <a:srcRect b="0" l="0" r="0" t="0"/>
          <a:stretch/>
        </p:blipFill>
        <p:spPr>
          <a:xfrm>
            <a:off x="800100" y="2571750"/>
            <a:ext cx="64293" cy="64293"/>
          </a:xfrm>
          <a:prstGeom prst="rect">
            <a:avLst/>
          </a:prstGeom>
          <a:noFill/>
          <a:ln>
            <a:noFill/>
          </a:ln>
        </p:spPr>
      </p:pic>
      <p:pic>
        <p:nvPicPr>
          <p:cNvPr descr="object 9" id="726" name="Google Shape;726;p36"/>
          <p:cNvPicPr preferRelativeResize="0"/>
          <p:nvPr/>
        </p:nvPicPr>
        <p:blipFill rotWithShape="1">
          <a:blip r:embed="rId3">
            <a:alphaModFix/>
          </a:blip>
          <a:srcRect b="0" l="0" r="0" t="0"/>
          <a:stretch/>
        </p:blipFill>
        <p:spPr>
          <a:xfrm>
            <a:off x="921544" y="2571750"/>
            <a:ext cx="64293" cy="64293"/>
          </a:xfrm>
          <a:prstGeom prst="rect">
            <a:avLst/>
          </a:prstGeom>
          <a:noFill/>
          <a:ln>
            <a:noFill/>
          </a:ln>
        </p:spPr>
      </p:pic>
      <p:pic>
        <p:nvPicPr>
          <p:cNvPr descr="object 10" id="727" name="Google Shape;727;p36"/>
          <p:cNvPicPr preferRelativeResize="0"/>
          <p:nvPr/>
        </p:nvPicPr>
        <p:blipFill rotWithShape="1">
          <a:blip r:embed="rId3">
            <a:alphaModFix/>
          </a:blip>
          <a:srcRect b="0" l="0" r="0" t="0"/>
          <a:stretch/>
        </p:blipFill>
        <p:spPr>
          <a:xfrm>
            <a:off x="857250" y="2457450"/>
            <a:ext cx="64293" cy="64293"/>
          </a:xfrm>
          <a:prstGeom prst="rect">
            <a:avLst/>
          </a:prstGeom>
          <a:noFill/>
          <a:ln>
            <a:noFill/>
          </a:ln>
        </p:spPr>
      </p:pic>
      <p:grpSp>
        <p:nvGrpSpPr>
          <p:cNvPr id="728" name="Google Shape;728;p36"/>
          <p:cNvGrpSpPr/>
          <p:nvPr/>
        </p:nvGrpSpPr>
        <p:grpSpPr>
          <a:xfrm>
            <a:off x="-1" y="-1"/>
            <a:ext cx="2336020" cy="2278854"/>
            <a:chOff x="-1" y="-1"/>
            <a:chExt cx="4152924" cy="4051296"/>
          </a:xfrm>
        </p:grpSpPr>
        <p:sp>
          <p:nvSpPr>
            <p:cNvPr id="729" name="Google Shape;729;p36"/>
            <p:cNvSpPr/>
            <p:nvPr/>
          </p:nvSpPr>
          <p:spPr>
            <a:xfrm>
              <a:off x="-1" y="-1"/>
              <a:ext cx="4152924" cy="4051296"/>
            </a:xfrm>
            <a:custGeom>
              <a:rect b="b" l="l" r="r" t="t"/>
              <a:pathLst>
                <a:path extrusionOk="0" h="21600" w="21600">
                  <a:moveTo>
                    <a:pt x="8290" y="21600"/>
                  </a:moveTo>
                  <a:lnTo>
                    <a:pt x="7963" y="21596"/>
                  </a:lnTo>
                  <a:lnTo>
                    <a:pt x="7637" y="21584"/>
                  </a:lnTo>
                  <a:lnTo>
                    <a:pt x="7311" y="21563"/>
                  </a:lnTo>
                  <a:lnTo>
                    <a:pt x="6985" y="21534"/>
                  </a:lnTo>
                  <a:lnTo>
                    <a:pt x="6661" y="21497"/>
                  </a:lnTo>
                  <a:lnTo>
                    <a:pt x="6337" y="21452"/>
                  </a:lnTo>
                  <a:lnTo>
                    <a:pt x="6014" y="21399"/>
                  </a:lnTo>
                  <a:lnTo>
                    <a:pt x="5693" y="21338"/>
                  </a:lnTo>
                  <a:lnTo>
                    <a:pt x="5374" y="21268"/>
                  </a:lnTo>
                  <a:lnTo>
                    <a:pt x="5056" y="21191"/>
                  </a:lnTo>
                  <a:lnTo>
                    <a:pt x="4740" y="21106"/>
                  </a:lnTo>
                  <a:lnTo>
                    <a:pt x="4426" y="21012"/>
                  </a:lnTo>
                  <a:lnTo>
                    <a:pt x="4115" y="20911"/>
                  </a:lnTo>
                  <a:lnTo>
                    <a:pt x="3806" y="20802"/>
                  </a:lnTo>
                  <a:lnTo>
                    <a:pt x="3500" y="20686"/>
                  </a:lnTo>
                  <a:lnTo>
                    <a:pt x="3196" y="20561"/>
                  </a:lnTo>
                  <a:lnTo>
                    <a:pt x="2896" y="20429"/>
                  </a:lnTo>
                  <a:lnTo>
                    <a:pt x="2599" y="20290"/>
                  </a:lnTo>
                  <a:lnTo>
                    <a:pt x="2306" y="20143"/>
                  </a:lnTo>
                  <a:lnTo>
                    <a:pt x="2016" y="19989"/>
                  </a:lnTo>
                  <a:lnTo>
                    <a:pt x="1729" y="19827"/>
                  </a:lnTo>
                  <a:lnTo>
                    <a:pt x="1447" y="19659"/>
                  </a:lnTo>
                  <a:lnTo>
                    <a:pt x="1169" y="19483"/>
                  </a:lnTo>
                  <a:lnTo>
                    <a:pt x="895" y="19301"/>
                  </a:lnTo>
                  <a:lnTo>
                    <a:pt x="626" y="19111"/>
                  </a:lnTo>
                  <a:lnTo>
                    <a:pt x="361" y="18915"/>
                  </a:lnTo>
                  <a:lnTo>
                    <a:pt x="101" y="18712"/>
                  </a:lnTo>
                  <a:lnTo>
                    <a:pt x="0" y="18630"/>
                  </a:lnTo>
                  <a:lnTo>
                    <a:pt x="0" y="0"/>
                  </a:lnTo>
                  <a:lnTo>
                    <a:pt x="19103" y="0"/>
                  </a:lnTo>
                  <a:lnTo>
                    <a:pt x="19172" y="100"/>
                  </a:lnTo>
                  <a:lnTo>
                    <a:pt x="19357" y="376"/>
                  </a:lnTo>
                  <a:lnTo>
                    <a:pt x="19535" y="657"/>
                  </a:lnTo>
                  <a:lnTo>
                    <a:pt x="19706" y="942"/>
                  </a:lnTo>
                  <a:lnTo>
                    <a:pt x="19871" y="1231"/>
                  </a:lnTo>
                  <a:lnTo>
                    <a:pt x="20028" y="1524"/>
                  </a:lnTo>
                  <a:lnTo>
                    <a:pt x="20179" y="1822"/>
                  </a:lnTo>
                  <a:lnTo>
                    <a:pt x="20322" y="2123"/>
                  </a:lnTo>
                  <a:lnTo>
                    <a:pt x="20458" y="2427"/>
                  </a:lnTo>
                  <a:lnTo>
                    <a:pt x="20587" y="2735"/>
                  </a:lnTo>
                  <a:lnTo>
                    <a:pt x="20708" y="3046"/>
                  </a:lnTo>
                  <a:lnTo>
                    <a:pt x="20822" y="3360"/>
                  </a:lnTo>
                  <a:lnTo>
                    <a:pt x="20928" y="3676"/>
                  </a:lnTo>
                  <a:lnTo>
                    <a:pt x="21027" y="3995"/>
                  </a:lnTo>
                  <a:lnTo>
                    <a:pt x="21118" y="4317"/>
                  </a:lnTo>
                  <a:lnTo>
                    <a:pt x="21201" y="4641"/>
                  </a:lnTo>
                  <a:lnTo>
                    <a:pt x="21277" y="4967"/>
                  </a:lnTo>
                  <a:lnTo>
                    <a:pt x="21344" y="5294"/>
                  </a:lnTo>
                  <a:lnTo>
                    <a:pt x="21404" y="5624"/>
                  </a:lnTo>
                  <a:lnTo>
                    <a:pt x="21456" y="5954"/>
                  </a:lnTo>
                  <a:lnTo>
                    <a:pt x="21500" y="6286"/>
                  </a:lnTo>
                  <a:lnTo>
                    <a:pt x="21536" y="6619"/>
                  </a:lnTo>
                  <a:lnTo>
                    <a:pt x="21564" y="6952"/>
                  </a:lnTo>
                  <a:lnTo>
                    <a:pt x="21584" y="7287"/>
                  </a:lnTo>
                  <a:lnTo>
                    <a:pt x="21596" y="7621"/>
                  </a:lnTo>
                  <a:lnTo>
                    <a:pt x="21600" y="7956"/>
                  </a:lnTo>
                  <a:lnTo>
                    <a:pt x="21599" y="8124"/>
                  </a:lnTo>
                  <a:lnTo>
                    <a:pt x="21591" y="8458"/>
                  </a:lnTo>
                  <a:lnTo>
                    <a:pt x="21575" y="8793"/>
                  </a:lnTo>
                  <a:lnTo>
                    <a:pt x="21551" y="9127"/>
                  </a:lnTo>
                  <a:lnTo>
                    <a:pt x="21519" y="9460"/>
                  </a:lnTo>
                  <a:lnTo>
                    <a:pt x="21479" y="9792"/>
                  </a:lnTo>
                  <a:lnTo>
                    <a:pt x="21431" y="10124"/>
                  </a:lnTo>
                  <a:lnTo>
                    <a:pt x="21375" y="10453"/>
                  </a:lnTo>
                  <a:lnTo>
                    <a:pt x="21311" y="10782"/>
                  </a:lnTo>
                  <a:lnTo>
                    <a:pt x="21240" y="11109"/>
                  </a:lnTo>
                  <a:lnTo>
                    <a:pt x="21160" y="11433"/>
                  </a:lnTo>
                  <a:lnTo>
                    <a:pt x="21073" y="11756"/>
                  </a:lnTo>
                  <a:lnTo>
                    <a:pt x="20978" y="12077"/>
                  </a:lnTo>
                  <a:lnTo>
                    <a:pt x="20876" y="12395"/>
                  </a:lnTo>
                  <a:lnTo>
                    <a:pt x="20766" y="12710"/>
                  </a:lnTo>
                  <a:lnTo>
                    <a:pt x="20648" y="13022"/>
                  </a:lnTo>
                  <a:lnTo>
                    <a:pt x="20523" y="13332"/>
                  </a:lnTo>
                  <a:lnTo>
                    <a:pt x="20391" y="13638"/>
                  </a:lnTo>
                  <a:lnTo>
                    <a:pt x="20251" y="13941"/>
                  </a:lnTo>
                  <a:lnTo>
                    <a:pt x="20104" y="14240"/>
                  </a:lnTo>
                  <a:lnTo>
                    <a:pt x="19950" y="14535"/>
                  </a:lnTo>
                  <a:lnTo>
                    <a:pt x="19789" y="14826"/>
                  </a:lnTo>
                  <a:lnTo>
                    <a:pt x="19622" y="15114"/>
                  </a:lnTo>
                  <a:lnTo>
                    <a:pt x="19447" y="15396"/>
                  </a:lnTo>
                  <a:lnTo>
                    <a:pt x="19265" y="15675"/>
                  </a:lnTo>
                  <a:lnTo>
                    <a:pt x="19077" y="15949"/>
                  </a:lnTo>
                  <a:lnTo>
                    <a:pt x="18883" y="16218"/>
                  </a:lnTo>
                  <a:lnTo>
                    <a:pt x="18682" y="16482"/>
                  </a:lnTo>
                  <a:lnTo>
                    <a:pt x="18474" y="16740"/>
                  </a:lnTo>
                  <a:lnTo>
                    <a:pt x="18261" y="16994"/>
                  </a:lnTo>
                  <a:lnTo>
                    <a:pt x="18042" y="17242"/>
                  </a:lnTo>
                  <a:lnTo>
                    <a:pt x="17816" y="17485"/>
                  </a:lnTo>
                  <a:lnTo>
                    <a:pt x="17585" y="17721"/>
                  </a:lnTo>
                  <a:lnTo>
                    <a:pt x="17349" y="17952"/>
                  </a:lnTo>
                  <a:lnTo>
                    <a:pt x="17107" y="18177"/>
                  </a:lnTo>
                  <a:lnTo>
                    <a:pt x="16859" y="18396"/>
                  </a:lnTo>
                  <a:lnTo>
                    <a:pt x="16607" y="18608"/>
                  </a:lnTo>
                  <a:lnTo>
                    <a:pt x="16349" y="18814"/>
                  </a:lnTo>
                  <a:lnTo>
                    <a:pt x="16087" y="19014"/>
                  </a:lnTo>
                  <a:lnTo>
                    <a:pt x="15820" y="19207"/>
                  </a:lnTo>
                  <a:lnTo>
                    <a:pt x="15548" y="19393"/>
                  </a:lnTo>
                  <a:lnTo>
                    <a:pt x="15272" y="19572"/>
                  </a:lnTo>
                  <a:lnTo>
                    <a:pt x="14992" y="19744"/>
                  </a:lnTo>
                  <a:lnTo>
                    <a:pt x="14708" y="19909"/>
                  </a:lnTo>
                  <a:lnTo>
                    <a:pt x="14420" y="20067"/>
                  </a:lnTo>
                  <a:lnTo>
                    <a:pt x="14128" y="20218"/>
                  </a:lnTo>
                  <a:lnTo>
                    <a:pt x="13833" y="20361"/>
                  </a:lnTo>
                  <a:lnTo>
                    <a:pt x="13534" y="20496"/>
                  </a:lnTo>
                  <a:lnTo>
                    <a:pt x="13232" y="20625"/>
                  </a:lnTo>
                  <a:lnTo>
                    <a:pt x="12927" y="20745"/>
                  </a:lnTo>
                  <a:lnTo>
                    <a:pt x="12620" y="20858"/>
                  </a:lnTo>
                  <a:lnTo>
                    <a:pt x="12310" y="20963"/>
                  </a:lnTo>
                  <a:lnTo>
                    <a:pt x="11997" y="21060"/>
                  </a:lnTo>
                  <a:lnTo>
                    <a:pt x="11682" y="21149"/>
                  </a:lnTo>
                  <a:lnTo>
                    <a:pt x="11365" y="21231"/>
                  </a:lnTo>
                  <a:lnTo>
                    <a:pt x="11047" y="21304"/>
                  </a:lnTo>
                  <a:lnTo>
                    <a:pt x="10726" y="21369"/>
                  </a:lnTo>
                  <a:lnTo>
                    <a:pt x="10404" y="21427"/>
                  </a:lnTo>
                  <a:lnTo>
                    <a:pt x="10081" y="21476"/>
                  </a:lnTo>
                  <a:lnTo>
                    <a:pt x="9757" y="21517"/>
                  </a:lnTo>
                  <a:lnTo>
                    <a:pt x="9432" y="21550"/>
                  </a:lnTo>
                  <a:lnTo>
                    <a:pt x="9106" y="21574"/>
                  </a:lnTo>
                  <a:lnTo>
                    <a:pt x="8780" y="21591"/>
                  </a:lnTo>
                  <a:lnTo>
                    <a:pt x="8453" y="21599"/>
                  </a:lnTo>
                  <a:lnTo>
                    <a:pt x="829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730" name="Google Shape;730;p36"/>
            <p:cNvGrpSpPr/>
            <p:nvPr/>
          </p:nvGrpSpPr>
          <p:grpSpPr>
            <a:xfrm>
              <a:off x="250176" y="40155"/>
              <a:ext cx="2448159" cy="3473930"/>
              <a:chOff x="0" y="0"/>
              <a:chExt cx="2448159" cy="3473930"/>
            </a:xfrm>
          </p:grpSpPr>
          <p:sp>
            <p:nvSpPr>
              <p:cNvPr id="731" name="Google Shape;731;p36"/>
              <p:cNvSpPr/>
              <p:nvPr/>
            </p:nvSpPr>
            <p:spPr>
              <a:xfrm>
                <a:off x="0" y="0"/>
                <a:ext cx="540918" cy="563328"/>
              </a:xfrm>
              <a:custGeom>
                <a:rect b="b" l="l" r="r" t="t"/>
                <a:pathLst>
                  <a:path extrusionOk="0" h="21600" w="21600">
                    <a:moveTo>
                      <a:pt x="21600" y="8169"/>
                    </a:moveTo>
                    <a:lnTo>
                      <a:pt x="12987" y="8461"/>
                    </a:lnTo>
                    <a:lnTo>
                      <a:pt x="10364" y="0"/>
                    </a:lnTo>
                    <a:lnTo>
                      <a:pt x="7669" y="8915"/>
                    </a:lnTo>
                    <a:lnTo>
                      <a:pt x="0" y="8916"/>
                    </a:lnTo>
                    <a:lnTo>
                      <a:pt x="6094" y="13469"/>
                    </a:lnTo>
                    <a:lnTo>
                      <a:pt x="2677" y="21600"/>
                    </a:lnTo>
                    <a:lnTo>
                      <a:pt x="10741" y="16167"/>
                    </a:lnTo>
                    <a:lnTo>
                      <a:pt x="18518"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32" name="Google Shape;732;p36"/>
              <p:cNvSpPr/>
              <p:nvPr/>
            </p:nvSpPr>
            <p:spPr>
              <a:xfrm>
                <a:off x="270039" y="1491577"/>
                <a:ext cx="377244" cy="392850"/>
              </a:xfrm>
              <a:custGeom>
                <a:rect b="b" l="l" r="r" t="t"/>
                <a:pathLst>
                  <a:path extrusionOk="0" h="21600" w="21600">
                    <a:moveTo>
                      <a:pt x="21600" y="8169"/>
                    </a:moveTo>
                    <a:lnTo>
                      <a:pt x="12986" y="8461"/>
                    </a:lnTo>
                    <a:lnTo>
                      <a:pt x="10364" y="0"/>
                    </a:lnTo>
                    <a:lnTo>
                      <a:pt x="7669" y="8915"/>
                    </a:lnTo>
                    <a:lnTo>
                      <a:pt x="0" y="8915"/>
                    </a:lnTo>
                    <a:lnTo>
                      <a:pt x="6094" y="13469"/>
                    </a:lnTo>
                    <a:lnTo>
                      <a:pt x="2677" y="21600"/>
                    </a:lnTo>
                    <a:lnTo>
                      <a:pt x="10741" y="16167"/>
                    </a:lnTo>
                    <a:lnTo>
                      <a:pt x="18517" y="21600"/>
                    </a:lnTo>
                    <a:lnTo>
                      <a:pt x="14916"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33" name="Google Shape;733;p36"/>
              <p:cNvSpPr/>
              <p:nvPr/>
            </p:nvSpPr>
            <p:spPr>
              <a:xfrm>
                <a:off x="631063" y="3077516"/>
                <a:ext cx="380646" cy="396414"/>
              </a:xfrm>
              <a:custGeom>
                <a:rect b="b" l="l" r="r" t="t"/>
                <a:pathLst>
                  <a:path extrusionOk="0" h="21600" w="21600">
                    <a:moveTo>
                      <a:pt x="21600" y="8170"/>
                    </a:moveTo>
                    <a:lnTo>
                      <a:pt x="12986" y="8461"/>
                    </a:lnTo>
                    <a:lnTo>
                      <a:pt x="10365" y="0"/>
                    </a:lnTo>
                    <a:lnTo>
                      <a:pt x="7669" y="8916"/>
                    </a:lnTo>
                    <a:lnTo>
                      <a:pt x="0" y="8916"/>
                    </a:lnTo>
                    <a:lnTo>
                      <a:pt x="6095" y="13469"/>
                    </a:lnTo>
                    <a:lnTo>
                      <a:pt x="2677" y="21600"/>
                    </a:lnTo>
                    <a:lnTo>
                      <a:pt x="10741" y="16167"/>
                    </a:lnTo>
                    <a:lnTo>
                      <a:pt x="18518" y="21599"/>
                    </a:lnTo>
                    <a:lnTo>
                      <a:pt x="14917" y="13014"/>
                    </a:lnTo>
                    <a:lnTo>
                      <a:pt x="21600" y="817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34" name="Google Shape;734;p36"/>
              <p:cNvSpPr/>
              <p:nvPr/>
            </p:nvSpPr>
            <p:spPr>
              <a:xfrm>
                <a:off x="1806207" y="317423"/>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pic>
          <p:nvPicPr>
            <p:cNvPr descr="object 14" id="735" name="Google Shape;735;p36"/>
            <p:cNvPicPr preferRelativeResize="0"/>
            <p:nvPr/>
          </p:nvPicPr>
          <p:blipFill rotWithShape="1">
            <a:blip r:embed="rId3">
              <a:alphaModFix/>
            </a:blip>
            <a:srcRect b="0" l="0" r="0" t="0"/>
            <a:stretch/>
          </p:blipFill>
          <p:spPr>
            <a:xfrm>
              <a:off x="3873501" y="1003299"/>
              <a:ext cx="114301" cy="114301"/>
            </a:xfrm>
            <a:prstGeom prst="rect">
              <a:avLst/>
            </a:prstGeom>
            <a:noFill/>
            <a:ln>
              <a:noFill/>
            </a:ln>
          </p:spPr>
        </p:pic>
      </p:grpSp>
      <p:pic>
        <p:nvPicPr>
          <p:cNvPr descr="object 15" id="736" name="Google Shape;736;p36"/>
          <p:cNvPicPr preferRelativeResize="0"/>
          <p:nvPr/>
        </p:nvPicPr>
        <p:blipFill rotWithShape="1">
          <a:blip r:embed="rId3">
            <a:alphaModFix/>
          </a:blip>
          <a:srcRect b="0" l="0" r="0" t="0"/>
          <a:stretch/>
        </p:blipFill>
        <p:spPr>
          <a:xfrm>
            <a:off x="2514600" y="107156"/>
            <a:ext cx="64293" cy="64293"/>
          </a:xfrm>
          <a:prstGeom prst="rect">
            <a:avLst/>
          </a:prstGeom>
          <a:noFill/>
          <a:ln>
            <a:noFill/>
          </a:ln>
        </p:spPr>
      </p:pic>
      <p:pic>
        <p:nvPicPr>
          <p:cNvPr descr="object 16" id="737" name="Google Shape;737;p36"/>
          <p:cNvPicPr preferRelativeResize="0"/>
          <p:nvPr/>
        </p:nvPicPr>
        <p:blipFill rotWithShape="1">
          <a:blip r:embed="rId3">
            <a:alphaModFix/>
          </a:blip>
          <a:srcRect b="0" l="0" r="0" t="0"/>
          <a:stretch/>
        </p:blipFill>
        <p:spPr>
          <a:xfrm>
            <a:off x="3093244" y="207169"/>
            <a:ext cx="64293" cy="64293"/>
          </a:xfrm>
          <a:prstGeom prst="rect">
            <a:avLst/>
          </a:prstGeom>
          <a:noFill/>
          <a:ln>
            <a:noFill/>
          </a:ln>
        </p:spPr>
      </p:pic>
      <p:sp>
        <p:nvSpPr>
          <p:cNvPr id="738" name="Google Shape;738;p36"/>
          <p:cNvSpPr/>
          <p:nvPr/>
        </p:nvSpPr>
        <p:spPr>
          <a:xfrm>
            <a:off x="621506" y="403621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39" name="Google Shape;739;p36"/>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40" name="Google Shape;740;p36"/>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741" name="Google Shape;741;p36"/>
          <p:cNvGrpSpPr/>
          <p:nvPr/>
        </p:nvGrpSpPr>
        <p:grpSpPr>
          <a:xfrm>
            <a:off x="7547699" y="3557588"/>
            <a:ext cx="1596313" cy="1585909"/>
            <a:chOff x="-2" y="0"/>
            <a:chExt cx="2837890" cy="2819394"/>
          </a:xfrm>
        </p:grpSpPr>
        <p:sp>
          <p:nvSpPr>
            <p:cNvPr id="742" name="Google Shape;742;p36"/>
            <p:cNvSpPr/>
            <p:nvPr/>
          </p:nvSpPr>
          <p:spPr>
            <a:xfrm>
              <a:off x="56564" y="0"/>
              <a:ext cx="2781324" cy="2819394"/>
            </a:xfrm>
            <a:custGeom>
              <a:rect b="b" l="l" r="r" t="t"/>
              <a:pathLst>
                <a:path extrusionOk="0" h="21600" w="21600">
                  <a:moveTo>
                    <a:pt x="21600" y="21600"/>
                  </a:moveTo>
                  <a:lnTo>
                    <a:pt x="2067" y="21600"/>
                  </a:lnTo>
                  <a:lnTo>
                    <a:pt x="2056" y="21582"/>
                  </a:lnTo>
                  <a:lnTo>
                    <a:pt x="1877" y="21280"/>
                  </a:lnTo>
                  <a:lnTo>
                    <a:pt x="1706" y="20973"/>
                  </a:lnTo>
                  <a:lnTo>
                    <a:pt x="1543" y="20663"/>
                  </a:lnTo>
                  <a:lnTo>
                    <a:pt x="1387" y="20348"/>
                  </a:lnTo>
                  <a:lnTo>
                    <a:pt x="1240" y="20030"/>
                  </a:lnTo>
                  <a:lnTo>
                    <a:pt x="1100" y="19709"/>
                  </a:lnTo>
                  <a:lnTo>
                    <a:pt x="968" y="19384"/>
                  </a:lnTo>
                  <a:lnTo>
                    <a:pt x="845" y="19056"/>
                  </a:lnTo>
                  <a:lnTo>
                    <a:pt x="729" y="18725"/>
                  </a:lnTo>
                  <a:lnTo>
                    <a:pt x="622" y="18392"/>
                  </a:lnTo>
                  <a:lnTo>
                    <a:pt x="523" y="18056"/>
                  </a:lnTo>
                  <a:lnTo>
                    <a:pt x="433" y="17718"/>
                  </a:lnTo>
                  <a:lnTo>
                    <a:pt x="351" y="17377"/>
                  </a:lnTo>
                  <a:lnTo>
                    <a:pt x="278" y="17035"/>
                  </a:lnTo>
                  <a:lnTo>
                    <a:pt x="213" y="16691"/>
                  </a:lnTo>
                  <a:lnTo>
                    <a:pt x="156" y="16346"/>
                  </a:lnTo>
                  <a:lnTo>
                    <a:pt x="109" y="15999"/>
                  </a:lnTo>
                  <a:lnTo>
                    <a:pt x="70" y="15651"/>
                  </a:lnTo>
                  <a:lnTo>
                    <a:pt x="39" y="15303"/>
                  </a:lnTo>
                  <a:lnTo>
                    <a:pt x="17" y="14953"/>
                  </a:lnTo>
                  <a:lnTo>
                    <a:pt x="4" y="14604"/>
                  </a:lnTo>
                  <a:lnTo>
                    <a:pt x="0" y="14254"/>
                  </a:lnTo>
                  <a:lnTo>
                    <a:pt x="1" y="14079"/>
                  </a:lnTo>
                  <a:lnTo>
                    <a:pt x="10" y="13729"/>
                  </a:lnTo>
                  <a:lnTo>
                    <a:pt x="27" y="13380"/>
                  </a:lnTo>
                  <a:lnTo>
                    <a:pt x="53" y="13031"/>
                  </a:lnTo>
                  <a:lnTo>
                    <a:pt x="88" y="12683"/>
                  </a:lnTo>
                  <a:lnTo>
                    <a:pt x="131" y="12336"/>
                  </a:lnTo>
                  <a:lnTo>
                    <a:pt x="183" y="11990"/>
                  </a:lnTo>
                  <a:lnTo>
                    <a:pt x="244" y="11645"/>
                  </a:lnTo>
                  <a:lnTo>
                    <a:pt x="313" y="11302"/>
                  </a:lnTo>
                  <a:lnTo>
                    <a:pt x="391" y="10961"/>
                  </a:lnTo>
                  <a:lnTo>
                    <a:pt x="477" y="10621"/>
                  </a:lnTo>
                  <a:lnTo>
                    <a:pt x="572" y="10284"/>
                  </a:lnTo>
                  <a:lnTo>
                    <a:pt x="675" y="9949"/>
                  </a:lnTo>
                  <a:lnTo>
                    <a:pt x="786" y="9617"/>
                  </a:lnTo>
                  <a:lnTo>
                    <a:pt x="905" y="9288"/>
                  </a:lnTo>
                  <a:lnTo>
                    <a:pt x="1033" y="8961"/>
                  </a:lnTo>
                  <a:lnTo>
                    <a:pt x="1169" y="8638"/>
                  </a:lnTo>
                  <a:lnTo>
                    <a:pt x="1312" y="8318"/>
                  </a:lnTo>
                  <a:lnTo>
                    <a:pt x="1464" y="8002"/>
                  </a:lnTo>
                  <a:lnTo>
                    <a:pt x="1624" y="7690"/>
                  </a:lnTo>
                  <a:lnTo>
                    <a:pt x="1791" y="7381"/>
                  </a:lnTo>
                  <a:lnTo>
                    <a:pt x="1965" y="7077"/>
                  </a:lnTo>
                  <a:lnTo>
                    <a:pt x="2148" y="6777"/>
                  </a:lnTo>
                  <a:lnTo>
                    <a:pt x="2338" y="6481"/>
                  </a:lnTo>
                  <a:lnTo>
                    <a:pt x="2535" y="6190"/>
                  </a:lnTo>
                  <a:lnTo>
                    <a:pt x="2739" y="5904"/>
                  </a:lnTo>
                  <a:lnTo>
                    <a:pt x="2950" y="5623"/>
                  </a:lnTo>
                  <a:lnTo>
                    <a:pt x="3168" y="5347"/>
                  </a:lnTo>
                  <a:lnTo>
                    <a:pt x="3393" y="5077"/>
                  </a:lnTo>
                  <a:lnTo>
                    <a:pt x="3625" y="4812"/>
                  </a:lnTo>
                  <a:lnTo>
                    <a:pt x="3863" y="4553"/>
                  </a:lnTo>
                  <a:lnTo>
                    <a:pt x="4107" y="4299"/>
                  </a:lnTo>
                  <a:lnTo>
                    <a:pt x="4358" y="4052"/>
                  </a:lnTo>
                  <a:lnTo>
                    <a:pt x="4615" y="3811"/>
                  </a:lnTo>
                  <a:lnTo>
                    <a:pt x="4878" y="3576"/>
                  </a:lnTo>
                  <a:lnTo>
                    <a:pt x="5146" y="3347"/>
                  </a:lnTo>
                  <a:lnTo>
                    <a:pt x="5421" y="3125"/>
                  </a:lnTo>
                  <a:lnTo>
                    <a:pt x="5700" y="2910"/>
                  </a:lnTo>
                  <a:lnTo>
                    <a:pt x="5985" y="2702"/>
                  </a:lnTo>
                  <a:lnTo>
                    <a:pt x="6275" y="2500"/>
                  </a:lnTo>
                  <a:lnTo>
                    <a:pt x="6570" y="2306"/>
                  </a:lnTo>
                  <a:lnTo>
                    <a:pt x="6869" y="2119"/>
                  </a:lnTo>
                  <a:lnTo>
                    <a:pt x="7174" y="1939"/>
                  </a:lnTo>
                  <a:lnTo>
                    <a:pt x="7482" y="1767"/>
                  </a:lnTo>
                  <a:lnTo>
                    <a:pt x="7795" y="1602"/>
                  </a:lnTo>
                  <a:lnTo>
                    <a:pt x="8112" y="1444"/>
                  </a:lnTo>
                  <a:lnTo>
                    <a:pt x="8432" y="1295"/>
                  </a:lnTo>
                  <a:lnTo>
                    <a:pt x="8756" y="1153"/>
                  </a:lnTo>
                  <a:lnTo>
                    <a:pt x="9084" y="1019"/>
                  </a:lnTo>
                  <a:lnTo>
                    <a:pt x="9415" y="893"/>
                  </a:lnTo>
                  <a:lnTo>
                    <a:pt x="9749" y="775"/>
                  </a:lnTo>
                  <a:lnTo>
                    <a:pt x="10086" y="666"/>
                  </a:lnTo>
                  <a:lnTo>
                    <a:pt x="10425" y="564"/>
                  </a:lnTo>
                  <a:lnTo>
                    <a:pt x="10767" y="471"/>
                  </a:lnTo>
                  <a:lnTo>
                    <a:pt x="11111" y="386"/>
                  </a:lnTo>
                  <a:lnTo>
                    <a:pt x="11457" y="309"/>
                  </a:lnTo>
                  <a:lnTo>
                    <a:pt x="11805" y="241"/>
                  </a:lnTo>
                  <a:lnTo>
                    <a:pt x="12154" y="181"/>
                  </a:lnTo>
                  <a:lnTo>
                    <a:pt x="12505" y="130"/>
                  </a:lnTo>
                  <a:lnTo>
                    <a:pt x="12857" y="87"/>
                  </a:lnTo>
                  <a:lnTo>
                    <a:pt x="13210" y="53"/>
                  </a:lnTo>
                  <a:lnTo>
                    <a:pt x="13563" y="27"/>
                  </a:lnTo>
                  <a:lnTo>
                    <a:pt x="13917" y="10"/>
                  </a:lnTo>
                  <a:lnTo>
                    <a:pt x="14272" y="1"/>
                  </a:lnTo>
                  <a:lnTo>
                    <a:pt x="14449" y="0"/>
                  </a:lnTo>
                  <a:lnTo>
                    <a:pt x="14627" y="1"/>
                  </a:lnTo>
                  <a:lnTo>
                    <a:pt x="14981" y="10"/>
                  </a:lnTo>
                  <a:lnTo>
                    <a:pt x="15335" y="27"/>
                  </a:lnTo>
                  <a:lnTo>
                    <a:pt x="15689" y="53"/>
                  </a:lnTo>
                  <a:lnTo>
                    <a:pt x="16042" y="87"/>
                  </a:lnTo>
                  <a:lnTo>
                    <a:pt x="16394" y="130"/>
                  </a:lnTo>
                  <a:lnTo>
                    <a:pt x="16745" y="181"/>
                  </a:lnTo>
                  <a:lnTo>
                    <a:pt x="17094" y="241"/>
                  </a:lnTo>
                  <a:lnTo>
                    <a:pt x="17442" y="309"/>
                  </a:lnTo>
                  <a:lnTo>
                    <a:pt x="17788" y="386"/>
                  </a:lnTo>
                  <a:lnTo>
                    <a:pt x="18132" y="471"/>
                  </a:lnTo>
                  <a:lnTo>
                    <a:pt x="18474" y="564"/>
                  </a:lnTo>
                  <a:lnTo>
                    <a:pt x="18813" y="666"/>
                  </a:lnTo>
                  <a:lnTo>
                    <a:pt x="19150" y="775"/>
                  </a:lnTo>
                  <a:lnTo>
                    <a:pt x="19484" y="893"/>
                  </a:lnTo>
                  <a:lnTo>
                    <a:pt x="19815" y="1019"/>
                  </a:lnTo>
                  <a:lnTo>
                    <a:pt x="20142" y="1153"/>
                  </a:lnTo>
                  <a:lnTo>
                    <a:pt x="20466" y="1295"/>
                  </a:lnTo>
                  <a:lnTo>
                    <a:pt x="20787" y="1444"/>
                  </a:lnTo>
                  <a:lnTo>
                    <a:pt x="21104" y="1602"/>
                  </a:lnTo>
                  <a:lnTo>
                    <a:pt x="21417" y="1767"/>
                  </a:lnTo>
                  <a:lnTo>
                    <a:pt x="21600" y="1868"/>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743" name="Google Shape;743;p36"/>
            <p:cNvGrpSpPr/>
            <p:nvPr/>
          </p:nvGrpSpPr>
          <p:grpSpPr>
            <a:xfrm>
              <a:off x="-2" y="564652"/>
              <a:ext cx="2448159" cy="1884384"/>
              <a:chOff x="-1" y="-1"/>
              <a:chExt cx="2448159" cy="1884384"/>
            </a:xfrm>
          </p:grpSpPr>
          <p:sp>
            <p:nvSpPr>
              <p:cNvPr id="744" name="Google Shape;744;p36"/>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45" name="Google Shape;745;p36"/>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46" name="Google Shape;746;p36"/>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747" name="Google Shape;747;p36"/>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48" name="Google Shape;748;p36"/>
          <p:cNvSpPr/>
          <p:nvPr/>
        </p:nvSpPr>
        <p:spPr>
          <a:xfrm>
            <a:off x="7736768"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25" id="749" name="Google Shape;749;p36"/>
          <p:cNvPicPr preferRelativeResize="0"/>
          <p:nvPr/>
        </p:nvPicPr>
        <p:blipFill rotWithShape="1">
          <a:blip r:embed="rId3">
            <a:alphaModFix/>
          </a:blip>
          <a:srcRect b="0" l="0" r="0" t="0"/>
          <a:stretch/>
        </p:blipFill>
        <p:spPr>
          <a:xfrm>
            <a:off x="8201114" y="2321719"/>
            <a:ext cx="64295" cy="64293"/>
          </a:xfrm>
          <a:prstGeom prst="rect">
            <a:avLst/>
          </a:prstGeom>
          <a:noFill/>
          <a:ln>
            <a:noFill/>
          </a:ln>
        </p:spPr>
      </p:pic>
      <p:pic>
        <p:nvPicPr>
          <p:cNvPr descr="object 26" id="750" name="Google Shape;750;p36"/>
          <p:cNvPicPr preferRelativeResize="0"/>
          <p:nvPr/>
        </p:nvPicPr>
        <p:blipFill rotWithShape="1">
          <a:blip r:embed="rId3">
            <a:alphaModFix/>
          </a:blip>
          <a:srcRect b="0" l="0" r="0" t="0"/>
          <a:stretch/>
        </p:blipFill>
        <p:spPr>
          <a:xfrm>
            <a:off x="8079670" y="2321719"/>
            <a:ext cx="64295" cy="64293"/>
          </a:xfrm>
          <a:prstGeom prst="rect">
            <a:avLst/>
          </a:prstGeom>
          <a:noFill/>
          <a:ln>
            <a:noFill/>
          </a:ln>
        </p:spPr>
      </p:pic>
      <p:pic>
        <p:nvPicPr>
          <p:cNvPr descr="object 27" id="751" name="Google Shape;751;p36"/>
          <p:cNvPicPr preferRelativeResize="0"/>
          <p:nvPr/>
        </p:nvPicPr>
        <p:blipFill rotWithShape="1">
          <a:blip r:embed="rId3">
            <a:alphaModFix/>
          </a:blip>
          <a:srcRect b="0" l="0" r="0" t="0"/>
          <a:stretch/>
        </p:blipFill>
        <p:spPr>
          <a:xfrm>
            <a:off x="8143964" y="2436019"/>
            <a:ext cx="64295" cy="64293"/>
          </a:xfrm>
          <a:prstGeom prst="rect">
            <a:avLst/>
          </a:prstGeom>
          <a:noFill/>
          <a:ln>
            <a:noFill/>
          </a:ln>
        </p:spPr>
      </p:pic>
      <p:pic>
        <p:nvPicPr>
          <p:cNvPr descr="object 28" id="752" name="Google Shape;752;p36"/>
          <p:cNvPicPr preferRelativeResize="0"/>
          <p:nvPr/>
        </p:nvPicPr>
        <p:blipFill rotWithShape="1">
          <a:blip r:embed="rId3">
            <a:alphaModFix/>
          </a:blip>
          <a:srcRect b="0" l="0" r="0" t="0"/>
          <a:stretch/>
        </p:blipFill>
        <p:spPr>
          <a:xfrm>
            <a:off x="6822368" y="4329113"/>
            <a:ext cx="64295" cy="64293"/>
          </a:xfrm>
          <a:prstGeom prst="rect">
            <a:avLst/>
          </a:prstGeom>
          <a:noFill/>
          <a:ln>
            <a:noFill/>
          </a:ln>
        </p:spPr>
      </p:pic>
      <p:pic>
        <p:nvPicPr>
          <p:cNvPr descr="object 29" id="753" name="Google Shape;753;p36"/>
          <p:cNvPicPr preferRelativeResize="0"/>
          <p:nvPr/>
        </p:nvPicPr>
        <p:blipFill rotWithShape="1">
          <a:blip r:embed="rId3">
            <a:alphaModFix/>
          </a:blip>
          <a:srcRect b="0" l="0" r="0" t="0"/>
          <a:stretch/>
        </p:blipFill>
        <p:spPr>
          <a:xfrm>
            <a:off x="6486612" y="4786313"/>
            <a:ext cx="64295" cy="64293"/>
          </a:xfrm>
          <a:prstGeom prst="rect">
            <a:avLst/>
          </a:prstGeom>
          <a:noFill/>
          <a:ln>
            <a:noFill/>
          </a:ln>
        </p:spPr>
      </p:pic>
      <p:pic>
        <p:nvPicPr>
          <p:cNvPr descr="object 30" id="754" name="Google Shape;754;p36"/>
          <p:cNvPicPr preferRelativeResize="0"/>
          <p:nvPr/>
        </p:nvPicPr>
        <p:blipFill rotWithShape="1">
          <a:blip r:embed="rId3">
            <a:alphaModFix/>
          </a:blip>
          <a:srcRect b="0" l="0" r="0" t="0"/>
          <a:stretch/>
        </p:blipFill>
        <p:spPr>
          <a:xfrm>
            <a:off x="5907968" y="4686300"/>
            <a:ext cx="64295" cy="64293"/>
          </a:xfrm>
          <a:prstGeom prst="rect">
            <a:avLst/>
          </a:prstGeom>
          <a:noFill/>
          <a:ln>
            <a:noFill/>
          </a:ln>
        </p:spPr>
      </p:pic>
      <p:sp>
        <p:nvSpPr>
          <p:cNvPr id="755" name="Google Shape;755;p36"/>
          <p:cNvSpPr/>
          <p:nvPr/>
        </p:nvSpPr>
        <p:spPr>
          <a:xfrm>
            <a:off x="8236833"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56" name="Google Shape;756;p36"/>
          <p:cNvSpPr txBox="1"/>
          <p:nvPr/>
        </p:nvSpPr>
        <p:spPr>
          <a:xfrm>
            <a:off x="2987996" y="2014276"/>
            <a:ext cx="3627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Checkpoint 1</a:t>
            </a:r>
            <a:endParaRPr b="0" i="0" sz="2500" u="none" cap="none" strike="noStrike">
              <a:solidFill>
                <a:srgbClr val="000000"/>
              </a:solidFill>
              <a:latin typeface="Arial"/>
              <a:ea typeface="Arial"/>
              <a:cs typeface="Arial"/>
              <a:sym typeface="Arial"/>
            </a:endParaRPr>
          </a:p>
        </p:txBody>
      </p:sp>
      <p:sp>
        <p:nvSpPr>
          <p:cNvPr id="757" name="Google Shape;757;p36"/>
          <p:cNvSpPr txBox="1"/>
          <p:nvPr/>
        </p:nvSpPr>
        <p:spPr>
          <a:xfrm>
            <a:off x="4008100" y="1268900"/>
            <a:ext cx="1475100" cy="415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7C849"/>
              </a:buClr>
              <a:buSzPts val="3800"/>
              <a:buFont typeface="Poppins"/>
              <a:buNone/>
            </a:pPr>
            <a:r>
              <a:rPr lang="en-GB" sz="2700">
                <a:solidFill>
                  <a:srgbClr val="F7C849"/>
                </a:solidFill>
                <a:latin typeface="Poppins"/>
                <a:ea typeface="Poppins"/>
                <a:cs typeface="Poppins"/>
                <a:sym typeface="Poppins"/>
              </a:rPr>
              <a:t>1 </a:t>
            </a:r>
            <a:r>
              <a:rPr b="0" i="0" lang="en-GB" sz="2700" u="none" cap="none" strike="noStrike">
                <a:solidFill>
                  <a:srgbClr val="F7C849"/>
                </a:solidFill>
                <a:latin typeface="Poppins"/>
                <a:ea typeface="Poppins"/>
                <a:cs typeface="Poppins"/>
                <a:sym typeface="Poppins"/>
              </a:rPr>
              <a:t>min</a:t>
            </a:r>
            <a:endParaRPr b="0" i="0" sz="2700" u="none" cap="none" strike="noStrike">
              <a:solidFill>
                <a:srgbClr val="000000"/>
              </a:solidFill>
              <a:latin typeface="Arial"/>
              <a:ea typeface="Arial"/>
              <a:cs typeface="Arial"/>
              <a:sym typeface="Arial"/>
            </a:endParaRPr>
          </a:p>
        </p:txBody>
      </p:sp>
      <p:sp>
        <p:nvSpPr>
          <p:cNvPr id="758" name="Google Shape;758;p36"/>
          <p:cNvSpPr txBox="1"/>
          <p:nvPr/>
        </p:nvSpPr>
        <p:spPr>
          <a:xfrm>
            <a:off x="1235200" y="2435950"/>
            <a:ext cx="7020900" cy="16440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200">
                <a:solidFill>
                  <a:srgbClr val="0E101A"/>
                </a:solidFill>
                <a:latin typeface="Poppins"/>
                <a:ea typeface="Poppins"/>
                <a:cs typeface="Poppins"/>
                <a:sym typeface="Poppins"/>
              </a:rPr>
              <a:t>Evaluate the understanding / learning level of the student.</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None/>
            </a:pPr>
            <a:r>
              <a:rPr b="1" lang="en-GB" sz="1200">
                <a:solidFill>
                  <a:srgbClr val="0E101A"/>
                </a:solidFill>
                <a:latin typeface="Poppins"/>
                <a:ea typeface="Poppins"/>
                <a:cs typeface="Poppins"/>
                <a:sym typeface="Poppins"/>
              </a:rPr>
              <a:t>If the Score is between 0-3 then he/she is a slow learner. Explain the concepts agai</a:t>
            </a:r>
            <a:r>
              <a:rPr b="1" lang="en-GB" sz="1200">
                <a:solidFill>
                  <a:srgbClr val="0E101A"/>
                </a:solidFill>
                <a:latin typeface="Poppins"/>
                <a:ea typeface="Poppins"/>
                <a:cs typeface="Poppins"/>
                <a:sym typeface="Poppins"/>
              </a:rPr>
              <a:t>n </a:t>
            </a:r>
            <a:r>
              <a:rPr b="1" lang="en-GB" sz="1200">
                <a:solidFill>
                  <a:srgbClr val="0E101A"/>
                </a:solidFill>
                <a:latin typeface="Poppins"/>
                <a:ea typeface="Poppins"/>
                <a:cs typeface="Poppins"/>
                <a:sym typeface="Poppins"/>
              </a:rPr>
              <a:t>according to </a:t>
            </a:r>
            <a:r>
              <a:rPr b="1" lang="en-GB" sz="1200" u="sng">
                <a:solidFill>
                  <a:schemeClr val="hlink"/>
                </a:solidFill>
                <a:latin typeface="Poppins"/>
                <a:ea typeface="Poppins"/>
                <a:cs typeface="Poppins"/>
                <a:sym typeface="Poppins"/>
                <a:hlinkClick action="ppaction://hlinksldjump" r:id="rId4"/>
              </a:rPr>
              <a:t>Assessment 1</a:t>
            </a:r>
            <a:r>
              <a:rPr b="1" lang="en-GB" sz="1200">
                <a:solidFill>
                  <a:srgbClr val="0E101A"/>
                </a:solidFill>
                <a:latin typeface="Poppins"/>
                <a:ea typeface="Poppins"/>
                <a:cs typeface="Poppins"/>
                <a:sym typeface="Poppins"/>
              </a:rPr>
              <a:t> </a:t>
            </a:r>
            <a:r>
              <a:rPr b="1" lang="en-GB" sz="1200">
                <a:solidFill>
                  <a:srgbClr val="0E101A"/>
                </a:solidFill>
                <a:latin typeface="Poppins"/>
                <a:ea typeface="Poppins"/>
                <a:cs typeface="Poppins"/>
                <a:sym typeface="Poppins"/>
              </a:rPr>
              <a:t>and then  go to this </a:t>
            </a:r>
            <a:r>
              <a:rPr b="1" lang="en-GB" sz="1200" u="sng">
                <a:solidFill>
                  <a:schemeClr val="hlink"/>
                </a:solidFill>
                <a:latin typeface="Poppins"/>
                <a:ea typeface="Poppins"/>
                <a:cs typeface="Poppins"/>
                <a:sym typeface="Poppins"/>
                <a:hlinkClick action="ppaction://hlinksldjump" r:id="rId5"/>
              </a:rPr>
              <a:t>slide</a:t>
            </a:r>
            <a:r>
              <a:rPr b="1" lang="en-GB" sz="1200">
                <a:solidFill>
                  <a:srgbClr val="0E101A"/>
                </a:solidFill>
                <a:latin typeface="Poppins"/>
                <a:ea typeface="Poppins"/>
                <a:cs typeface="Poppins"/>
                <a:sym typeface="Poppins"/>
              </a:rPr>
              <a:t>.</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None/>
            </a:pPr>
            <a:r>
              <a:rPr b="1" lang="en-GB" sz="1200">
                <a:solidFill>
                  <a:srgbClr val="0E101A"/>
                </a:solidFill>
                <a:latin typeface="Poppins"/>
                <a:ea typeface="Poppins"/>
                <a:cs typeface="Poppins"/>
                <a:sym typeface="Poppins"/>
              </a:rPr>
              <a:t>       If the Score is between 4-5 then the learner is a medium learner. Keep working on  </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None/>
            </a:pPr>
            <a:r>
              <a:rPr b="1" lang="en-GB" sz="1200">
                <a:solidFill>
                  <a:srgbClr val="0E101A"/>
                </a:solidFill>
                <a:latin typeface="Poppins"/>
                <a:ea typeface="Poppins"/>
                <a:cs typeface="Poppins"/>
                <a:sym typeface="Poppins"/>
              </a:rPr>
              <a:t>       the activities in natural flow. Go to this </a:t>
            </a:r>
            <a:r>
              <a:rPr b="1" lang="en-GB" sz="1200" u="sng">
                <a:solidFill>
                  <a:schemeClr val="hlink"/>
                </a:solidFill>
                <a:latin typeface="Poppins"/>
                <a:ea typeface="Poppins"/>
                <a:cs typeface="Poppins"/>
                <a:sym typeface="Poppins"/>
                <a:hlinkClick action="ppaction://hlinksldjump" r:id="rId6"/>
              </a:rPr>
              <a:t>slide</a:t>
            </a:r>
            <a:r>
              <a:rPr b="1" lang="en-GB" sz="1200">
                <a:solidFill>
                  <a:srgbClr val="0E101A"/>
                </a:solidFill>
                <a:latin typeface="Poppins"/>
                <a:ea typeface="Poppins"/>
                <a:cs typeface="Poppins"/>
                <a:sym typeface="Poppins"/>
              </a:rPr>
              <a:t>.</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Clr>
                <a:schemeClr val="dk1"/>
              </a:buClr>
              <a:buSzPts val="1100"/>
              <a:buFont typeface="Arial"/>
              <a:buNone/>
            </a:pPr>
            <a:r>
              <a:rPr b="1" lang="en-GB" sz="1200">
                <a:solidFill>
                  <a:srgbClr val="0E101A"/>
                </a:solidFill>
                <a:latin typeface="Poppins"/>
                <a:ea typeface="Poppins"/>
                <a:cs typeface="Poppins"/>
                <a:sym typeface="Poppins"/>
              </a:rPr>
              <a:t>       If the Score is between 6-8 then the learner is a fast learner. Keep working on  </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Clr>
                <a:schemeClr val="dk1"/>
              </a:buClr>
              <a:buSzPts val="1100"/>
              <a:buFont typeface="Arial"/>
              <a:buNone/>
            </a:pPr>
            <a:r>
              <a:rPr b="1" lang="en-GB" sz="1200">
                <a:solidFill>
                  <a:srgbClr val="0E101A"/>
                </a:solidFill>
                <a:latin typeface="Poppins"/>
                <a:ea typeface="Poppins"/>
                <a:cs typeface="Poppins"/>
                <a:sym typeface="Poppins"/>
              </a:rPr>
              <a:t>      the activities in natural flow. Go to this </a:t>
            </a:r>
            <a:r>
              <a:rPr b="1" lang="en-GB" sz="1200" u="sng">
                <a:solidFill>
                  <a:schemeClr val="hlink"/>
                </a:solidFill>
                <a:latin typeface="Poppins"/>
                <a:ea typeface="Poppins"/>
                <a:cs typeface="Poppins"/>
                <a:sym typeface="Poppins"/>
                <a:hlinkClick action="ppaction://hlinksldjump" r:id="rId7"/>
              </a:rPr>
              <a:t>slide</a:t>
            </a:r>
            <a:r>
              <a:rPr b="1" lang="en-GB" sz="1200">
                <a:solidFill>
                  <a:srgbClr val="0E101A"/>
                </a:solidFill>
                <a:latin typeface="Poppins"/>
                <a:ea typeface="Poppins"/>
                <a:cs typeface="Poppins"/>
                <a:sym typeface="Poppins"/>
              </a:rPr>
              <a:t>.</a:t>
            </a:r>
            <a:endParaRPr b="1" sz="1200">
              <a:solidFill>
                <a:srgbClr val="0E101A"/>
              </a:solidFill>
              <a:latin typeface="Poppins"/>
              <a:ea typeface="Poppins"/>
              <a:cs typeface="Poppins"/>
              <a:sym typeface="Poppins"/>
            </a:endParaRPr>
          </a:p>
        </p:txBody>
      </p:sp>
      <p:sp>
        <p:nvSpPr>
          <p:cNvPr id="759" name="Google Shape;759;p36"/>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37"/>
          <p:cNvSpPr/>
          <p:nvPr/>
        </p:nvSpPr>
        <p:spPr>
          <a:xfrm>
            <a:off x="3947512" y="740933"/>
            <a:ext cx="1596294" cy="1471446"/>
          </a:xfrm>
          <a:custGeom>
            <a:rect b="b" l="l" r="r" t="t"/>
            <a:pathLst>
              <a:path extrusionOk="0" h="21600" w="21600">
                <a:moveTo>
                  <a:pt x="8780" y="21600"/>
                </a:moveTo>
                <a:lnTo>
                  <a:pt x="8310" y="21577"/>
                </a:lnTo>
                <a:lnTo>
                  <a:pt x="7850" y="21526"/>
                </a:lnTo>
                <a:lnTo>
                  <a:pt x="7400" y="21444"/>
                </a:lnTo>
                <a:lnTo>
                  <a:pt x="6961" y="21329"/>
                </a:lnTo>
                <a:lnTo>
                  <a:pt x="6532" y="21182"/>
                </a:lnTo>
                <a:lnTo>
                  <a:pt x="6116" y="21003"/>
                </a:lnTo>
                <a:lnTo>
                  <a:pt x="5711" y="20792"/>
                </a:lnTo>
                <a:lnTo>
                  <a:pt x="5318" y="20552"/>
                </a:lnTo>
                <a:lnTo>
                  <a:pt x="4938" y="20287"/>
                </a:lnTo>
                <a:lnTo>
                  <a:pt x="4569" y="19998"/>
                </a:lnTo>
                <a:lnTo>
                  <a:pt x="4212" y="19689"/>
                </a:lnTo>
                <a:lnTo>
                  <a:pt x="3868" y="19360"/>
                </a:lnTo>
                <a:lnTo>
                  <a:pt x="3537" y="19015"/>
                </a:lnTo>
                <a:lnTo>
                  <a:pt x="3218" y="18657"/>
                </a:lnTo>
                <a:lnTo>
                  <a:pt x="2911" y="18287"/>
                </a:lnTo>
                <a:lnTo>
                  <a:pt x="2618" y="17909"/>
                </a:lnTo>
                <a:lnTo>
                  <a:pt x="2337" y="17524"/>
                </a:lnTo>
                <a:lnTo>
                  <a:pt x="2044" y="17106"/>
                </a:lnTo>
                <a:lnTo>
                  <a:pt x="1767" y="16682"/>
                </a:lnTo>
                <a:lnTo>
                  <a:pt x="1507" y="16255"/>
                </a:lnTo>
                <a:lnTo>
                  <a:pt x="1263" y="15823"/>
                </a:lnTo>
                <a:lnTo>
                  <a:pt x="1039" y="15386"/>
                </a:lnTo>
                <a:lnTo>
                  <a:pt x="833" y="14947"/>
                </a:lnTo>
                <a:lnTo>
                  <a:pt x="648" y="14504"/>
                </a:lnTo>
                <a:lnTo>
                  <a:pt x="485" y="14057"/>
                </a:lnTo>
                <a:lnTo>
                  <a:pt x="343" y="13608"/>
                </a:lnTo>
                <a:lnTo>
                  <a:pt x="225" y="13156"/>
                </a:lnTo>
                <a:lnTo>
                  <a:pt x="130" y="12702"/>
                </a:lnTo>
                <a:lnTo>
                  <a:pt x="61" y="12246"/>
                </a:lnTo>
                <a:lnTo>
                  <a:pt x="18" y="11785"/>
                </a:lnTo>
                <a:lnTo>
                  <a:pt x="0" y="11324"/>
                </a:lnTo>
                <a:lnTo>
                  <a:pt x="7" y="10862"/>
                </a:lnTo>
                <a:lnTo>
                  <a:pt x="39" y="10400"/>
                </a:lnTo>
                <a:lnTo>
                  <a:pt x="93" y="9941"/>
                </a:lnTo>
                <a:lnTo>
                  <a:pt x="171" y="9483"/>
                </a:lnTo>
                <a:lnTo>
                  <a:pt x="270" y="9029"/>
                </a:lnTo>
                <a:lnTo>
                  <a:pt x="390" y="8578"/>
                </a:lnTo>
                <a:lnTo>
                  <a:pt x="530" y="8133"/>
                </a:lnTo>
                <a:lnTo>
                  <a:pt x="690" y="7693"/>
                </a:lnTo>
                <a:lnTo>
                  <a:pt x="869" y="7259"/>
                </a:lnTo>
                <a:lnTo>
                  <a:pt x="1065" y="6832"/>
                </a:lnTo>
                <a:lnTo>
                  <a:pt x="1282" y="6417"/>
                </a:lnTo>
                <a:lnTo>
                  <a:pt x="1517" y="6011"/>
                </a:lnTo>
                <a:lnTo>
                  <a:pt x="1769" y="5612"/>
                </a:lnTo>
                <a:lnTo>
                  <a:pt x="2037" y="5222"/>
                </a:lnTo>
                <a:lnTo>
                  <a:pt x="2321" y="4839"/>
                </a:lnTo>
                <a:lnTo>
                  <a:pt x="2622" y="4465"/>
                </a:lnTo>
                <a:lnTo>
                  <a:pt x="2938" y="4098"/>
                </a:lnTo>
                <a:lnTo>
                  <a:pt x="3269" y="3738"/>
                </a:lnTo>
                <a:lnTo>
                  <a:pt x="3616" y="3386"/>
                </a:lnTo>
                <a:lnTo>
                  <a:pt x="3977" y="3041"/>
                </a:lnTo>
                <a:lnTo>
                  <a:pt x="4352" y="2704"/>
                </a:lnTo>
                <a:lnTo>
                  <a:pt x="4741" y="2373"/>
                </a:lnTo>
                <a:lnTo>
                  <a:pt x="5109" y="2074"/>
                </a:lnTo>
                <a:lnTo>
                  <a:pt x="5489" y="1785"/>
                </a:lnTo>
                <a:lnTo>
                  <a:pt x="5879" y="1507"/>
                </a:lnTo>
                <a:lnTo>
                  <a:pt x="6278" y="1245"/>
                </a:lnTo>
                <a:lnTo>
                  <a:pt x="6685" y="999"/>
                </a:lnTo>
                <a:lnTo>
                  <a:pt x="7099" y="774"/>
                </a:lnTo>
                <a:lnTo>
                  <a:pt x="7519" y="572"/>
                </a:lnTo>
                <a:lnTo>
                  <a:pt x="7944" y="396"/>
                </a:lnTo>
                <a:lnTo>
                  <a:pt x="8372" y="248"/>
                </a:lnTo>
                <a:lnTo>
                  <a:pt x="8803" y="132"/>
                </a:lnTo>
                <a:lnTo>
                  <a:pt x="9235" y="50"/>
                </a:lnTo>
                <a:lnTo>
                  <a:pt x="9668" y="5"/>
                </a:lnTo>
                <a:lnTo>
                  <a:pt x="10099" y="0"/>
                </a:lnTo>
                <a:lnTo>
                  <a:pt x="10529" y="33"/>
                </a:lnTo>
                <a:lnTo>
                  <a:pt x="10959" y="106"/>
                </a:lnTo>
                <a:lnTo>
                  <a:pt x="11389" y="214"/>
                </a:lnTo>
                <a:lnTo>
                  <a:pt x="11820" y="354"/>
                </a:lnTo>
                <a:lnTo>
                  <a:pt x="12254" y="521"/>
                </a:lnTo>
                <a:lnTo>
                  <a:pt x="12691" y="712"/>
                </a:lnTo>
                <a:lnTo>
                  <a:pt x="13132" y="922"/>
                </a:lnTo>
                <a:lnTo>
                  <a:pt x="13579" y="1149"/>
                </a:lnTo>
                <a:lnTo>
                  <a:pt x="14032" y="1388"/>
                </a:lnTo>
                <a:lnTo>
                  <a:pt x="14960" y="1886"/>
                </a:lnTo>
                <a:lnTo>
                  <a:pt x="15437" y="2138"/>
                </a:lnTo>
                <a:lnTo>
                  <a:pt x="15924" y="2387"/>
                </a:lnTo>
                <a:lnTo>
                  <a:pt x="16386" y="2612"/>
                </a:lnTo>
                <a:lnTo>
                  <a:pt x="17784" y="3270"/>
                </a:lnTo>
                <a:lnTo>
                  <a:pt x="18240" y="3491"/>
                </a:lnTo>
                <a:lnTo>
                  <a:pt x="18684" y="3717"/>
                </a:lnTo>
                <a:lnTo>
                  <a:pt x="19112" y="3948"/>
                </a:lnTo>
                <a:lnTo>
                  <a:pt x="19519" y="4188"/>
                </a:lnTo>
                <a:lnTo>
                  <a:pt x="19901" y="4438"/>
                </a:lnTo>
                <a:lnTo>
                  <a:pt x="20254" y="4701"/>
                </a:lnTo>
                <a:lnTo>
                  <a:pt x="20572" y="4978"/>
                </a:lnTo>
                <a:lnTo>
                  <a:pt x="20853" y="5272"/>
                </a:lnTo>
                <a:lnTo>
                  <a:pt x="21091" y="5585"/>
                </a:lnTo>
                <a:lnTo>
                  <a:pt x="21282" y="5919"/>
                </a:lnTo>
                <a:lnTo>
                  <a:pt x="21427" y="6274"/>
                </a:lnTo>
                <a:lnTo>
                  <a:pt x="21526" y="6651"/>
                </a:lnTo>
                <a:lnTo>
                  <a:pt x="21582" y="7047"/>
                </a:lnTo>
                <a:lnTo>
                  <a:pt x="21600" y="7460"/>
                </a:lnTo>
                <a:lnTo>
                  <a:pt x="21585" y="7889"/>
                </a:lnTo>
                <a:lnTo>
                  <a:pt x="21541" y="8332"/>
                </a:lnTo>
                <a:lnTo>
                  <a:pt x="21473" y="8788"/>
                </a:lnTo>
                <a:lnTo>
                  <a:pt x="21385" y="9254"/>
                </a:lnTo>
                <a:lnTo>
                  <a:pt x="21282" y="9729"/>
                </a:lnTo>
                <a:lnTo>
                  <a:pt x="21167" y="10211"/>
                </a:lnTo>
                <a:lnTo>
                  <a:pt x="20923" y="11190"/>
                </a:lnTo>
                <a:lnTo>
                  <a:pt x="20803" y="11684"/>
                </a:lnTo>
                <a:lnTo>
                  <a:pt x="20689" y="12178"/>
                </a:lnTo>
                <a:lnTo>
                  <a:pt x="20588" y="12671"/>
                </a:lnTo>
                <a:lnTo>
                  <a:pt x="20494" y="13161"/>
                </a:lnTo>
                <a:lnTo>
                  <a:pt x="20319" y="14124"/>
                </a:lnTo>
                <a:lnTo>
                  <a:pt x="20231" y="14594"/>
                </a:lnTo>
                <a:lnTo>
                  <a:pt x="20138" y="15055"/>
                </a:lnTo>
                <a:lnTo>
                  <a:pt x="20038" y="15504"/>
                </a:lnTo>
                <a:lnTo>
                  <a:pt x="19928" y="15941"/>
                </a:lnTo>
                <a:lnTo>
                  <a:pt x="19804" y="16363"/>
                </a:lnTo>
                <a:lnTo>
                  <a:pt x="19664" y="16770"/>
                </a:lnTo>
                <a:lnTo>
                  <a:pt x="19505" y="17159"/>
                </a:lnTo>
                <a:lnTo>
                  <a:pt x="19323" y="17529"/>
                </a:lnTo>
                <a:lnTo>
                  <a:pt x="19115" y="17879"/>
                </a:lnTo>
                <a:lnTo>
                  <a:pt x="18879" y="18206"/>
                </a:lnTo>
                <a:lnTo>
                  <a:pt x="18590" y="18532"/>
                </a:lnTo>
                <a:lnTo>
                  <a:pt x="18267" y="18833"/>
                </a:lnTo>
                <a:lnTo>
                  <a:pt x="17912" y="19109"/>
                </a:lnTo>
                <a:lnTo>
                  <a:pt x="17529" y="19363"/>
                </a:lnTo>
                <a:lnTo>
                  <a:pt x="17120" y="19596"/>
                </a:lnTo>
                <a:lnTo>
                  <a:pt x="16688" y="19810"/>
                </a:lnTo>
                <a:lnTo>
                  <a:pt x="16237" y="20007"/>
                </a:lnTo>
                <a:lnTo>
                  <a:pt x="15768" y="20188"/>
                </a:lnTo>
                <a:lnTo>
                  <a:pt x="15285" y="20355"/>
                </a:lnTo>
                <a:lnTo>
                  <a:pt x="14790" y="20511"/>
                </a:lnTo>
                <a:lnTo>
                  <a:pt x="14287" y="20655"/>
                </a:lnTo>
                <a:lnTo>
                  <a:pt x="13778" y="20791"/>
                </a:lnTo>
                <a:lnTo>
                  <a:pt x="13266" y="20920"/>
                </a:lnTo>
                <a:lnTo>
                  <a:pt x="12754" y="21046"/>
                </a:lnTo>
                <a:lnTo>
                  <a:pt x="12244" y="21165"/>
                </a:lnTo>
                <a:lnTo>
                  <a:pt x="11736" y="21275"/>
                </a:lnTo>
                <a:lnTo>
                  <a:pt x="11230" y="21372"/>
                </a:lnTo>
                <a:lnTo>
                  <a:pt x="10729" y="21456"/>
                </a:lnTo>
                <a:lnTo>
                  <a:pt x="10232" y="21522"/>
                </a:lnTo>
                <a:lnTo>
                  <a:pt x="9741" y="21570"/>
                </a:lnTo>
                <a:lnTo>
                  <a:pt x="9257" y="21597"/>
                </a:lnTo>
                <a:lnTo>
                  <a:pt x="878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65" name="Google Shape;765;p37"/>
          <p:cNvSpPr txBox="1"/>
          <p:nvPr/>
        </p:nvSpPr>
        <p:spPr>
          <a:xfrm>
            <a:off x="2762274" y="2835296"/>
            <a:ext cx="3627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Poppins"/>
              <a:buNone/>
            </a:pPr>
            <a:r>
              <a:t/>
            </a:r>
            <a:endParaRPr b="0" i="0" sz="1400" u="none" cap="none" strike="noStrike">
              <a:solidFill>
                <a:srgbClr val="000000"/>
              </a:solidFill>
              <a:latin typeface="Arial"/>
              <a:ea typeface="Arial"/>
              <a:cs typeface="Arial"/>
              <a:sym typeface="Arial"/>
            </a:endParaRPr>
          </a:p>
        </p:txBody>
      </p:sp>
      <p:sp>
        <p:nvSpPr>
          <p:cNvPr id="766" name="Google Shape;766;p37"/>
          <p:cNvSpPr/>
          <p:nvPr/>
        </p:nvSpPr>
        <p:spPr>
          <a:xfrm>
            <a:off x="307220" y="2833175"/>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67" name="Google Shape;767;p37"/>
          <p:cNvSpPr/>
          <p:nvPr/>
        </p:nvSpPr>
        <p:spPr>
          <a:xfrm>
            <a:off x="703436" y="3463222"/>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68" name="Google Shape;768;p37"/>
          <p:cNvSpPr/>
          <p:nvPr/>
        </p:nvSpPr>
        <p:spPr>
          <a:xfrm>
            <a:off x="1121568" y="329326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8" id="769" name="Google Shape;769;p37"/>
          <p:cNvPicPr preferRelativeResize="0"/>
          <p:nvPr/>
        </p:nvPicPr>
        <p:blipFill rotWithShape="1">
          <a:blip r:embed="rId3">
            <a:alphaModFix/>
          </a:blip>
          <a:srcRect b="0" l="0" r="0" t="0"/>
          <a:stretch/>
        </p:blipFill>
        <p:spPr>
          <a:xfrm>
            <a:off x="800100" y="2571750"/>
            <a:ext cx="64293" cy="64293"/>
          </a:xfrm>
          <a:prstGeom prst="rect">
            <a:avLst/>
          </a:prstGeom>
          <a:noFill/>
          <a:ln>
            <a:noFill/>
          </a:ln>
        </p:spPr>
      </p:pic>
      <p:pic>
        <p:nvPicPr>
          <p:cNvPr descr="object 9" id="770" name="Google Shape;770;p37"/>
          <p:cNvPicPr preferRelativeResize="0"/>
          <p:nvPr/>
        </p:nvPicPr>
        <p:blipFill rotWithShape="1">
          <a:blip r:embed="rId3">
            <a:alphaModFix/>
          </a:blip>
          <a:srcRect b="0" l="0" r="0" t="0"/>
          <a:stretch/>
        </p:blipFill>
        <p:spPr>
          <a:xfrm>
            <a:off x="921544" y="2571750"/>
            <a:ext cx="64293" cy="64293"/>
          </a:xfrm>
          <a:prstGeom prst="rect">
            <a:avLst/>
          </a:prstGeom>
          <a:noFill/>
          <a:ln>
            <a:noFill/>
          </a:ln>
        </p:spPr>
      </p:pic>
      <p:pic>
        <p:nvPicPr>
          <p:cNvPr descr="object 10" id="771" name="Google Shape;771;p37"/>
          <p:cNvPicPr preferRelativeResize="0"/>
          <p:nvPr/>
        </p:nvPicPr>
        <p:blipFill rotWithShape="1">
          <a:blip r:embed="rId3">
            <a:alphaModFix/>
          </a:blip>
          <a:srcRect b="0" l="0" r="0" t="0"/>
          <a:stretch/>
        </p:blipFill>
        <p:spPr>
          <a:xfrm>
            <a:off x="857250" y="2457450"/>
            <a:ext cx="64293" cy="64293"/>
          </a:xfrm>
          <a:prstGeom prst="rect">
            <a:avLst/>
          </a:prstGeom>
          <a:noFill/>
          <a:ln>
            <a:noFill/>
          </a:ln>
        </p:spPr>
      </p:pic>
      <p:grpSp>
        <p:nvGrpSpPr>
          <p:cNvPr id="772" name="Google Shape;772;p37"/>
          <p:cNvGrpSpPr/>
          <p:nvPr/>
        </p:nvGrpSpPr>
        <p:grpSpPr>
          <a:xfrm>
            <a:off x="-1" y="-1"/>
            <a:ext cx="2336020" cy="2278854"/>
            <a:chOff x="-1" y="-1"/>
            <a:chExt cx="4152924" cy="4051296"/>
          </a:xfrm>
        </p:grpSpPr>
        <p:sp>
          <p:nvSpPr>
            <p:cNvPr id="773" name="Google Shape;773;p37"/>
            <p:cNvSpPr/>
            <p:nvPr/>
          </p:nvSpPr>
          <p:spPr>
            <a:xfrm>
              <a:off x="-1" y="-1"/>
              <a:ext cx="4152924" cy="4051296"/>
            </a:xfrm>
            <a:custGeom>
              <a:rect b="b" l="l" r="r" t="t"/>
              <a:pathLst>
                <a:path extrusionOk="0" h="21600" w="21600">
                  <a:moveTo>
                    <a:pt x="8290" y="21600"/>
                  </a:moveTo>
                  <a:lnTo>
                    <a:pt x="7963" y="21596"/>
                  </a:lnTo>
                  <a:lnTo>
                    <a:pt x="7637" y="21584"/>
                  </a:lnTo>
                  <a:lnTo>
                    <a:pt x="7311" y="21563"/>
                  </a:lnTo>
                  <a:lnTo>
                    <a:pt x="6985" y="21534"/>
                  </a:lnTo>
                  <a:lnTo>
                    <a:pt x="6661" y="21497"/>
                  </a:lnTo>
                  <a:lnTo>
                    <a:pt x="6337" y="21452"/>
                  </a:lnTo>
                  <a:lnTo>
                    <a:pt x="6014" y="21399"/>
                  </a:lnTo>
                  <a:lnTo>
                    <a:pt x="5693" y="21338"/>
                  </a:lnTo>
                  <a:lnTo>
                    <a:pt x="5374" y="21268"/>
                  </a:lnTo>
                  <a:lnTo>
                    <a:pt x="5056" y="21191"/>
                  </a:lnTo>
                  <a:lnTo>
                    <a:pt x="4740" y="21106"/>
                  </a:lnTo>
                  <a:lnTo>
                    <a:pt x="4426" y="21012"/>
                  </a:lnTo>
                  <a:lnTo>
                    <a:pt x="4115" y="20911"/>
                  </a:lnTo>
                  <a:lnTo>
                    <a:pt x="3806" y="20802"/>
                  </a:lnTo>
                  <a:lnTo>
                    <a:pt x="3500" y="20686"/>
                  </a:lnTo>
                  <a:lnTo>
                    <a:pt x="3196" y="20561"/>
                  </a:lnTo>
                  <a:lnTo>
                    <a:pt x="2896" y="20429"/>
                  </a:lnTo>
                  <a:lnTo>
                    <a:pt x="2599" y="20290"/>
                  </a:lnTo>
                  <a:lnTo>
                    <a:pt x="2306" y="20143"/>
                  </a:lnTo>
                  <a:lnTo>
                    <a:pt x="2016" y="19989"/>
                  </a:lnTo>
                  <a:lnTo>
                    <a:pt x="1729" y="19827"/>
                  </a:lnTo>
                  <a:lnTo>
                    <a:pt x="1447" y="19659"/>
                  </a:lnTo>
                  <a:lnTo>
                    <a:pt x="1169" y="19483"/>
                  </a:lnTo>
                  <a:lnTo>
                    <a:pt x="895" y="19301"/>
                  </a:lnTo>
                  <a:lnTo>
                    <a:pt x="626" y="19111"/>
                  </a:lnTo>
                  <a:lnTo>
                    <a:pt x="361" y="18915"/>
                  </a:lnTo>
                  <a:lnTo>
                    <a:pt x="101" y="18712"/>
                  </a:lnTo>
                  <a:lnTo>
                    <a:pt x="0" y="18630"/>
                  </a:lnTo>
                  <a:lnTo>
                    <a:pt x="0" y="0"/>
                  </a:lnTo>
                  <a:lnTo>
                    <a:pt x="19103" y="0"/>
                  </a:lnTo>
                  <a:lnTo>
                    <a:pt x="19172" y="100"/>
                  </a:lnTo>
                  <a:lnTo>
                    <a:pt x="19357" y="376"/>
                  </a:lnTo>
                  <a:lnTo>
                    <a:pt x="19535" y="657"/>
                  </a:lnTo>
                  <a:lnTo>
                    <a:pt x="19706" y="942"/>
                  </a:lnTo>
                  <a:lnTo>
                    <a:pt x="19871" y="1231"/>
                  </a:lnTo>
                  <a:lnTo>
                    <a:pt x="20028" y="1524"/>
                  </a:lnTo>
                  <a:lnTo>
                    <a:pt x="20179" y="1822"/>
                  </a:lnTo>
                  <a:lnTo>
                    <a:pt x="20322" y="2123"/>
                  </a:lnTo>
                  <a:lnTo>
                    <a:pt x="20458" y="2427"/>
                  </a:lnTo>
                  <a:lnTo>
                    <a:pt x="20587" y="2735"/>
                  </a:lnTo>
                  <a:lnTo>
                    <a:pt x="20708" y="3046"/>
                  </a:lnTo>
                  <a:lnTo>
                    <a:pt x="20822" y="3360"/>
                  </a:lnTo>
                  <a:lnTo>
                    <a:pt x="20928" y="3676"/>
                  </a:lnTo>
                  <a:lnTo>
                    <a:pt x="21027" y="3995"/>
                  </a:lnTo>
                  <a:lnTo>
                    <a:pt x="21118" y="4317"/>
                  </a:lnTo>
                  <a:lnTo>
                    <a:pt x="21201" y="4641"/>
                  </a:lnTo>
                  <a:lnTo>
                    <a:pt x="21277" y="4967"/>
                  </a:lnTo>
                  <a:lnTo>
                    <a:pt x="21344" y="5294"/>
                  </a:lnTo>
                  <a:lnTo>
                    <a:pt x="21404" y="5624"/>
                  </a:lnTo>
                  <a:lnTo>
                    <a:pt x="21456" y="5954"/>
                  </a:lnTo>
                  <a:lnTo>
                    <a:pt x="21500" y="6286"/>
                  </a:lnTo>
                  <a:lnTo>
                    <a:pt x="21536" y="6619"/>
                  </a:lnTo>
                  <a:lnTo>
                    <a:pt x="21564" y="6952"/>
                  </a:lnTo>
                  <a:lnTo>
                    <a:pt x="21584" y="7287"/>
                  </a:lnTo>
                  <a:lnTo>
                    <a:pt x="21596" y="7621"/>
                  </a:lnTo>
                  <a:lnTo>
                    <a:pt x="21600" y="7956"/>
                  </a:lnTo>
                  <a:lnTo>
                    <a:pt x="21599" y="8124"/>
                  </a:lnTo>
                  <a:lnTo>
                    <a:pt x="21591" y="8458"/>
                  </a:lnTo>
                  <a:lnTo>
                    <a:pt x="21575" y="8793"/>
                  </a:lnTo>
                  <a:lnTo>
                    <a:pt x="21551" y="9127"/>
                  </a:lnTo>
                  <a:lnTo>
                    <a:pt x="21519" y="9460"/>
                  </a:lnTo>
                  <a:lnTo>
                    <a:pt x="21479" y="9792"/>
                  </a:lnTo>
                  <a:lnTo>
                    <a:pt x="21431" y="10124"/>
                  </a:lnTo>
                  <a:lnTo>
                    <a:pt x="21375" y="10453"/>
                  </a:lnTo>
                  <a:lnTo>
                    <a:pt x="21311" y="10782"/>
                  </a:lnTo>
                  <a:lnTo>
                    <a:pt x="21240" y="11109"/>
                  </a:lnTo>
                  <a:lnTo>
                    <a:pt x="21160" y="11433"/>
                  </a:lnTo>
                  <a:lnTo>
                    <a:pt x="21073" y="11756"/>
                  </a:lnTo>
                  <a:lnTo>
                    <a:pt x="20978" y="12077"/>
                  </a:lnTo>
                  <a:lnTo>
                    <a:pt x="20876" y="12395"/>
                  </a:lnTo>
                  <a:lnTo>
                    <a:pt x="20766" y="12710"/>
                  </a:lnTo>
                  <a:lnTo>
                    <a:pt x="20648" y="13022"/>
                  </a:lnTo>
                  <a:lnTo>
                    <a:pt x="20523" y="13332"/>
                  </a:lnTo>
                  <a:lnTo>
                    <a:pt x="20391" y="13638"/>
                  </a:lnTo>
                  <a:lnTo>
                    <a:pt x="20251" y="13941"/>
                  </a:lnTo>
                  <a:lnTo>
                    <a:pt x="20104" y="14240"/>
                  </a:lnTo>
                  <a:lnTo>
                    <a:pt x="19950" y="14535"/>
                  </a:lnTo>
                  <a:lnTo>
                    <a:pt x="19789" y="14826"/>
                  </a:lnTo>
                  <a:lnTo>
                    <a:pt x="19622" y="15114"/>
                  </a:lnTo>
                  <a:lnTo>
                    <a:pt x="19447" y="15396"/>
                  </a:lnTo>
                  <a:lnTo>
                    <a:pt x="19265" y="15675"/>
                  </a:lnTo>
                  <a:lnTo>
                    <a:pt x="19077" y="15949"/>
                  </a:lnTo>
                  <a:lnTo>
                    <a:pt x="18883" y="16218"/>
                  </a:lnTo>
                  <a:lnTo>
                    <a:pt x="18682" y="16482"/>
                  </a:lnTo>
                  <a:lnTo>
                    <a:pt x="18474" y="16740"/>
                  </a:lnTo>
                  <a:lnTo>
                    <a:pt x="18261" y="16994"/>
                  </a:lnTo>
                  <a:lnTo>
                    <a:pt x="18042" y="17242"/>
                  </a:lnTo>
                  <a:lnTo>
                    <a:pt x="17816" y="17485"/>
                  </a:lnTo>
                  <a:lnTo>
                    <a:pt x="17585" y="17721"/>
                  </a:lnTo>
                  <a:lnTo>
                    <a:pt x="17349" y="17952"/>
                  </a:lnTo>
                  <a:lnTo>
                    <a:pt x="17107" y="18177"/>
                  </a:lnTo>
                  <a:lnTo>
                    <a:pt x="16859" y="18396"/>
                  </a:lnTo>
                  <a:lnTo>
                    <a:pt x="16607" y="18608"/>
                  </a:lnTo>
                  <a:lnTo>
                    <a:pt x="16349" y="18814"/>
                  </a:lnTo>
                  <a:lnTo>
                    <a:pt x="16087" y="19014"/>
                  </a:lnTo>
                  <a:lnTo>
                    <a:pt x="15820" y="19207"/>
                  </a:lnTo>
                  <a:lnTo>
                    <a:pt x="15548" y="19393"/>
                  </a:lnTo>
                  <a:lnTo>
                    <a:pt x="15272" y="19572"/>
                  </a:lnTo>
                  <a:lnTo>
                    <a:pt x="14992" y="19744"/>
                  </a:lnTo>
                  <a:lnTo>
                    <a:pt x="14708" y="19909"/>
                  </a:lnTo>
                  <a:lnTo>
                    <a:pt x="14420" y="20067"/>
                  </a:lnTo>
                  <a:lnTo>
                    <a:pt x="14128" y="20218"/>
                  </a:lnTo>
                  <a:lnTo>
                    <a:pt x="13833" y="20361"/>
                  </a:lnTo>
                  <a:lnTo>
                    <a:pt x="13534" y="20496"/>
                  </a:lnTo>
                  <a:lnTo>
                    <a:pt x="13232" y="20625"/>
                  </a:lnTo>
                  <a:lnTo>
                    <a:pt x="12927" y="20745"/>
                  </a:lnTo>
                  <a:lnTo>
                    <a:pt x="12620" y="20858"/>
                  </a:lnTo>
                  <a:lnTo>
                    <a:pt x="12310" y="20963"/>
                  </a:lnTo>
                  <a:lnTo>
                    <a:pt x="11997" y="21060"/>
                  </a:lnTo>
                  <a:lnTo>
                    <a:pt x="11682" y="21149"/>
                  </a:lnTo>
                  <a:lnTo>
                    <a:pt x="11365" y="21231"/>
                  </a:lnTo>
                  <a:lnTo>
                    <a:pt x="11047" y="21304"/>
                  </a:lnTo>
                  <a:lnTo>
                    <a:pt x="10726" y="21369"/>
                  </a:lnTo>
                  <a:lnTo>
                    <a:pt x="10404" y="21427"/>
                  </a:lnTo>
                  <a:lnTo>
                    <a:pt x="10081" y="21476"/>
                  </a:lnTo>
                  <a:lnTo>
                    <a:pt x="9757" y="21517"/>
                  </a:lnTo>
                  <a:lnTo>
                    <a:pt x="9432" y="21550"/>
                  </a:lnTo>
                  <a:lnTo>
                    <a:pt x="9106" y="21574"/>
                  </a:lnTo>
                  <a:lnTo>
                    <a:pt x="8780" y="21591"/>
                  </a:lnTo>
                  <a:lnTo>
                    <a:pt x="8453" y="21599"/>
                  </a:lnTo>
                  <a:lnTo>
                    <a:pt x="829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774" name="Google Shape;774;p37"/>
            <p:cNvGrpSpPr/>
            <p:nvPr/>
          </p:nvGrpSpPr>
          <p:grpSpPr>
            <a:xfrm>
              <a:off x="250176" y="40155"/>
              <a:ext cx="2448159" cy="3473930"/>
              <a:chOff x="0" y="0"/>
              <a:chExt cx="2448159" cy="3473930"/>
            </a:xfrm>
          </p:grpSpPr>
          <p:sp>
            <p:nvSpPr>
              <p:cNvPr id="775" name="Google Shape;775;p37"/>
              <p:cNvSpPr/>
              <p:nvPr/>
            </p:nvSpPr>
            <p:spPr>
              <a:xfrm>
                <a:off x="0" y="0"/>
                <a:ext cx="540918" cy="563328"/>
              </a:xfrm>
              <a:custGeom>
                <a:rect b="b" l="l" r="r" t="t"/>
                <a:pathLst>
                  <a:path extrusionOk="0" h="21600" w="21600">
                    <a:moveTo>
                      <a:pt x="21600" y="8169"/>
                    </a:moveTo>
                    <a:lnTo>
                      <a:pt x="12987" y="8461"/>
                    </a:lnTo>
                    <a:lnTo>
                      <a:pt x="10364" y="0"/>
                    </a:lnTo>
                    <a:lnTo>
                      <a:pt x="7669" y="8915"/>
                    </a:lnTo>
                    <a:lnTo>
                      <a:pt x="0" y="8916"/>
                    </a:lnTo>
                    <a:lnTo>
                      <a:pt x="6094" y="13469"/>
                    </a:lnTo>
                    <a:lnTo>
                      <a:pt x="2677" y="21600"/>
                    </a:lnTo>
                    <a:lnTo>
                      <a:pt x="10741" y="16167"/>
                    </a:lnTo>
                    <a:lnTo>
                      <a:pt x="18518"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76" name="Google Shape;776;p37"/>
              <p:cNvSpPr/>
              <p:nvPr/>
            </p:nvSpPr>
            <p:spPr>
              <a:xfrm>
                <a:off x="270039" y="1491577"/>
                <a:ext cx="377244" cy="392850"/>
              </a:xfrm>
              <a:custGeom>
                <a:rect b="b" l="l" r="r" t="t"/>
                <a:pathLst>
                  <a:path extrusionOk="0" h="21600" w="21600">
                    <a:moveTo>
                      <a:pt x="21600" y="8169"/>
                    </a:moveTo>
                    <a:lnTo>
                      <a:pt x="12986" y="8461"/>
                    </a:lnTo>
                    <a:lnTo>
                      <a:pt x="10364" y="0"/>
                    </a:lnTo>
                    <a:lnTo>
                      <a:pt x="7669" y="8915"/>
                    </a:lnTo>
                    <a:lnTo>
                      <a:pt x="0" y="8915"/>
                    </a:lnTo>
                    <a:lnTo>
                      <a:pt x="6094" y="13469"/>
                    </a:lnTo>
                    <a:lnTo>
                      <a:pt x="2677" y="21600"/>
                    </a:lnTo>
                    <a:lnTo>
                      <a:pt x="10741" y="16167"/>
                    </a:lnTo>
                    <a:lnTo>
                      <a:pt x="18517" y="21600"/>
                    </a:lnTo>
                    <a:lnTo>
                      <a:pt x="14916"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77" name="Google Shape;777;p37"/>
              <p:cNvSpPr/>
              <p:nvPr/>
            </p:nvSpPr>
            <p:spPr>
              <a:xfrm>
                <a:off x="631063" y="3077516"/>
                <a:ext cx="380646" cy="396414"/>
              </a:xfrm>
              <a:custGeom>
                <a:rect b="b" l="l" r="r" t="t"/>
                <a:pathLst>
                  <a:path extrusionOk="0" h="21600" w="21600">
                    <a:moveTo>
                      <a:pt x="21600" y="8170"/>
                    </a:moveTo>
                    <a:lnTo>
                      <a:pt x="12986" y="8461"/>
                    </a:lnTo>
                    <a:lnTo>
                      <a:pt x="10365" y="0"/>
                    </a:lnTo>
                    <a:lnTo>
                      <a:pt x="7669" y="8916"/>
                    </a:lnTo>
                    <a:lnTo>
                      <a:pt x="0" y="8916"/>
                    </a:lnTo>
                    <a:lnTo>
                      <a:pt x="6095" y="13469"/>
                    </a:lnTo>
                    <a:lnTo>
                      <a:pt x="2677" y="21600"/>
                    </a:lnTo>
                    <a:lnTo>
                      <a:pt x="10741" y="16167"/>
                    </a:lnTo>
                    <a:lnTo>
                      <a:pt x="18518" y="21599"/>
                    </a:lnTo>
                    <a:lnTo>
                      <a:pt x="14917" y="13014"/>
                    </a:lnTo>
                    <a:lnTo>
                      <a:pt x="21600" y="817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78" name="Google Shape;778;p37"/>
              <p:cNvSpPr/>
              <p:nvPr/>
            </p:nvSpPr>
            <p:spPr>
              <a:xfrm>
                <a:off x="1806207" y="317423"/>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pic>
          <p:nvPicPr>
            <p:cNvPr descr="object 14" id="779" name="Google Shape;779;p37"/>
            <p:cNvPicPr preferRelativeResize="0"/>
            <p:nvPr/>
          </p:nvPicPr>
          <p:blipFill rotWithShape="1">
            <a:blip r:embed="rId3">
              <a:alphaModFix/>
            </a:blip>
            <a:srcRect b="0" l="0" r="0" t="0"/>
            <a:stretch/>
          </p:blipFill>
          <p:spPr>
            <a:xfrm>
              <a:off x="3873501" y="1003299"/>
              <a:ext cx="114301" cy="114301"/>
            </a:xfrm>
            <a:prstGeom prst="rect">
              <a:avLst/>
            </a:prstGeom>
            <a:noFill/>
            <a:ln>
              <a:noFill/>
            </a:ln>
          </p:spPr>
        </p:pic>
      </p:grpSp>
      <p:pic>
        <p:nvPicPr>
          <p:cNvPr descr="object 15" id="780" name="Google Shape;780;p37"/>
          <p:cNvPicPr preferRelativeResize="0"/>
          <p:nvPr/>
        </p:nvPicPr>
        <p:blipFill rotWithShape="1">
          <a:blip r:embed="rId3">
            <a:alphaModFix/>
          </a:blip>
          <a:srcRect b="0" l="0" r="0" t="0"/>
          <a:stretch/>
        </p:blipFill>
        <p:spPr>
          <a:xfrm>
            <a:off x="2514600" y="107156"/>
            <a:ext cx="64293" cy="64293"/>
          </a:xfrm>
          <a:prstGeom prst="rect">
            <a:avLst/>
          </a:prstGeom>
          <a:noFill/>
          <a:ln>
            <a:noFill/>
          </a:ln>
        </p:spPr>
      </p:pic>
      <p:pic>
        <p:nvPicPr>
          <p:cNvPr descr="object 16" id="781" name="Google Shape;781;p37"/>
          <p:cNvPicPr preferRelativeResize="0"/>
          <p:nvPr/>
        </p:nvPicPr>
        <p:blipFill rotWithShape="1">
          <a:blip r:embed="rId3">
            <a:alphaModFix/>
          </a:blip>
          <a:srcRect b="0" l="0" r="0" t="0"/>
          <a:stretch/>
        </p:blipFill>
        <p:spPr>
          <a:xfrm>
            <a:off x="3093244" y="207169"/>
            <a:ext cx="64293" cy="64293"/>
          </a:xfrm>
          <a:prstGeom prst="rect">
            <a:avLst/>
          </a:prstGeom>
          <a:noFill/>
          <a:ln>
            <a:noFill/>
          </a:ln>
        </p:spPr>
      </p:pic>
      <p:sp>
        <p:nvSpPr>
          <p:cNvPr id="782" name="Google Shape;782;p37"/>
          <p:cNvSpPr/>
          <p:nvPr/>
        </p:nvSpPr>
        <p:spPr>
          <a:xfrm>
            <a:off x="621506" y="403621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83" name="Google Shape;783;p37"/>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84" name="Google Shape;784;p37"/>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785" name="Google Shape;785;p37"/>
          <p:cNvGrpSpPr/>
          <p:nvPr/>
        </p:nvGrpSpPr>
        <p:grpSpPr>
          <a:xfrm>
            <a:off x="7547699" y="3557588"/>
            <a:ext cx="1596313" cy="1585909"/>
            <a:chOff x="-2" y="0"/>
            <a:chExt cx="2837890" cy="2819394"/>
          </a:xfrm>
        </p:grpSpPr>
        <p:sp>
          <p:nvSpPr>
            <p:cNvPr id="786" name="Google Shape;786;p37"/>
            <p:cNvSpPr/>
            <p:nvPr/>
          </p:nvSpPr>
          <p:spPr>
            <a:xfrm>
              <a:off x="56564" y="0"/>
              <a:ext cx="2781324" cy="2819394"/>
            </a:xfrm>
            <a:custGeom>
              <a:rect b="b" l="l" r="r" t="t"/>
              <a:pathLst>
                <a:path extrusionOk="0" h="21600" w="21600">
                  <a:moveTo>
                    <a:pt x="21600" y="21600"/>
                  </a:moveTo>
                  <a:lnTo>
                    <a:pt x="2067" y="21600"/>
                  </a:lnTo>
                  <a:lnTo>
                    <a:pt x="2056" y="21582"/>
                  </a:lnTo>
                  <a:lnTo>
                    <a:pt x="1877" y="21280"/>
                  </a:lnTo>
                  <a:lnTo>
                    <a:pt x="1706" y="20973"/>
                  </a:lnTo>
                  <a:lnTo>
                    <a:pt x="1543" y="20663"/>
                  </a:lnTo>
                  <a:lnTo>
                    <a:pt x="1387" y="20348"/>
                  </a:lnTo>
                  <a:lnTo>
                    <a:pt x="1240" y="20030"/>
                  </a:lnTo>
                  <a:lnTo>
                    <a:pt x="1100" y="19709"/>
                  </a:lnTo>
                  <a:lnTo>
                    <a:pt x="968" y="19384"/>
                  </a:lnTo>
                  <a:lnTo>
                    <a:pt x="845" y="19056"/>
                  </a:lnTo>
                  <a:lnTo>
                    <a:pt x="729" y="18725"/>
                  </a:lnTo>
                  <a:lnTo>
                    <a:pt x="622" y="18392"/>
                  </a:lnTo>
                  <a:lnTo>
                    <a:pt x="523" y="18056"/>
                  </a:lnTo>
                  <a:lnTo>
                    <a:pt x="433" y="17718"/>
                  </a:lnTo>
                  <a:lnTo>
                    <a:pt x="351" y="17377"/>
                  </a:lnTo>
                  <a:lnTo>
                    <a:pt x="278" y="17035"/>
                  </a:lnTo>
                  <a:lnTo>
                    <a:pt x="213" y="16691"/>
                  </a:lnTo>
                  <a:lnTo>
                    <a:pt x="156" y="16346"/>
                  </a:lnTo>
                  <a:lnTo>
                    <a:pt x="109" y="15999"/>
                  </a:lnTo>
                  <a:lnTo>
                    <a:pt x="70" y="15651"/>
                  </a:lnTo>
                  <a:lnTo>
                    <a:pt x="39" y="15303"/>
                  </a:lnTo>
                  <a:lnTo>
                    <a:pt x="17" y="14953"/>
                  </a:lnTo>
                  <a:lnTo>
                    <a:pt x="4" y="14604"/>
                  </a:lnTo>
                  <a:lnTo>
                    <a:pt x="0" y="14254"/>
                  </a:lnTo>
                  <a:lnTo>
                    <a:pt x="1" y="14079"/>
                  </a:lnTo>
                  <a:lnTo>
                    <a:pt x="10" y="13729"/>
                  </a:lnTo>
                  <a:lnTo>
                    <a:pt x="27" y="13380"/>
                  </a:lnTo>
                  <a:lnTo>
                    <a:pt x="53" y="13031"/>
                  </a:lnTo>
                  <a:lnTo>
                    <a:pt x="88" y="12683"/>
                  </a:lnTo>
                  <a:lnTo>
                    <a:pt x="131" y="12336"/>
                  </a:lnTo>
                  <a:lnTo>
                    <a:pt x="183" y="11990"/>
                  </a:lnTo>
                  <a:lnTo>
                    <a:pt x="244" y="11645"/>
                  </a:lnTo>
                  <a:lnTo>
                    <a:pt x="313" y="11302"/>
                  </a:lnTo>
                  <a:lnTo>
                    <a:pt x="391" y="10961"/>
                  </a:lnTo>
                  <a:lnTo>
                    <a:pt x="477" y="10621"/>
                  </a:lnTo>
                  <a:lnTo>
                    <a:pt x="572" y="10284"/>
                  </a:lnTo>
                  <a:lnTo>
                    <a:pt x="675" y="9949"/>
                  </a:lnTo>
                  <a:lnTo>
                    <a:pt x="786" y="9617"/>
                  </a:lnTo>
                  <a:lnTo>
                    <a:pt x="905" y="9288"/>
                  </a:lnTo>
                  <a:lnTo>
                    <a:pt x="1033" y="8961"/>
                  </a:lnTo>
                  <a:lnTo>
                    <a:pt x="1169" y="8638"/>
                  </a:lnTo>
                  <a:lnTo>
                    <a:pt x="1312" y="8318"/>
                  </a:lnTo>
                  <a:lnTo>
                    <a:pt x="1464" y="8002"/>
                  </a:lnTo>
                  <a:lnTo>
                    <a:pt x="1624" y="7690"/>
                  </a:lnTo>
                  <a:lnTo>
                    <a:pt x="1791" y="7381"/>
                  </a:lnTo>
                  <a:lnTo>
                    <a:pt x="1965" y="7077"/>
                  </a:lnTo>
                  <a:lnTo>
                    <a:pt x="2148" y="6777"/>
                  </a:lnTo>
                  <a:lnTo>
                    <a:pt x="2338" y="6481"/>
                  </a:lnTo>
                  <a:lnTo>
                    <a:pt x="2535" y="6190"/>
                  </a:lnTo>
                  <a:lnTo>
                    <a:pt x="2739" y="5904"/>
                  </a:lnTo>
                  <a:lnTo>
                    <a:pt x="2950" y="5623"/>
                  </a:lnTo>
                  <a:lnTo>
                    <a:pt x="3168" y="5347"/>
                  </a:lnTo>
                  <a:lnTo>
                    <a:pt x="3393" y="5077"/>
                  </a:lnTo>
                  <a:lnTo>
                    <a:pt x="3625" y="4812"/>
                  </a:lnTo>
                  <a:lnTo>
                    <a:pt x="3863" y="4553"/>
                  </a:lnTo>
                  <a:lnTo>
                    <a:pt x="4107" y="4299"/>
                  </a:lnTo>
                  <a:lnTo>
                    <a:pt x="4358" y="4052"/>
                  </a:lnTo>
                  <a:lnTo>
                    <a:pt x="4615" y="3811"/>
                  </a:lnTo>
                  <a:lnTo>
                    <a:pt x="4878" y="3576"/>
                  </a:lnTo>
                  <a:lnTo>
                    <a:pt x="5146" y="3347"/>
                  </a:lnTo>
                  <a:lnTo>
                    <a:pt x="5421" y="3125"/>
                  </a:lnTo>
                  <a:lnTo>
                    <a:pt x="5700" y="2910"/>
                  </a:lnTo>
                  <a:lnTo>
                    <a:pt x="5985" y="2702"/>
                  </a:lnTo>
                  <a:lnTo>
                    <a:pt x="6275" y="2500"/>
                  </a:lnTo>
                  <a:lnTo>
                    <a:pt x="6570" y="2306"/>
                  </a:lnTo>
                  <a:lnTo>
                    <a:pt x="6869" y="2119"/>
                  </a:lnTo>
                  <a:lnTo>
                    <a:pt x="7174" y="1939"/>
                  </a:lnTo>
                  <a:lnTo>
                    <a:pt x="7482" y="1767"/>
                  </a:lnTo>
                  <a:lnTo>
                    <a:pt x="7795" y="1602"/>
                  </a:lnTo>
                  <a:lnTo>
                    <a:pt x="8112" y="1444"/>
                  </a:lnTo>
                  <a:lnTo>
                    <a:pt x="8432" y="1295"/>
                  </a:lnTo>
                  <a:lnTo>
                    <a:pt x="8756" y="1153"/>
                  </a:lnTo>
                  <a:lnTo>
                    <a:pt x="9084" y="1019"/>
                  </a:lnTo>
                  <a:lnTo>
                    <a:pt x="9415" y="893"/>
                  </a:lnTo>
                  <a:lnTo>
                    <a:pt x="9749" y="775"/>
                  </a:lnTo>
                  <a:lnTo>
                    <a:pt x="10086" y="666"/>
                  </a:lnTo>
                  <a:lnTo>
                    <a:pt x="10425" y="564"/>
                  </a:lnTo>
                  <a:lnTo>
                    <a:pt x="10767" y="471"/>
                  </a:lnTo>
                  <a:lnTo>
                    <a:pt x="11111" y="386"/>
                  </a:lnTo>
                  <a:lnTo>
                    <a:pt x="11457" y="309"/>
                  </a:lnTo>
                  <a:lnTo>
                    <a:pt x="11805" y="241"/>
                  </a:lnTo>
                  <a:lnTo>
                    <a:pt x="12154" y="181"/>
                  </a:lnTo>
                  <a:lnTo>
                    <a:pt x="12505" y="130"/>
                  </a:lnTo>
                  <a:lnTo>
                    <a:pt x="12857" y="87"/>
                  </a:lnTo>
                  <a:lnTo>
                    <a:pt x="13210" y="53"/>
                  </a:lnTo>
                  <a:lnTo>
                    <a:pt x="13563" y="27"/>
                  </a:lnTo>
                  <a:lnTo>
                    <a:pt x="13917" y="10"/>
                  </a:lnTo>
                  <a:lnTo>
                    <a:pt x="14272" y="1"/>
                  </a:lnTo>
                  <a:lnTo>
                    <a:pt x="14449" y="0"/>
                  </a:lnTo>
                  <a:lnTo>
                    <a:pt x="14627" y="1"/>
                  </a:lnTo>
                  <a:lnTo>
                    <a:pt x="14981" y="10"/>
                  </a:lnTo>
                  <a:lnTo>
                    <a:pt x="15335" y="27"/>
                  </a:lnTo>
                  <a:lnTo>
                    <a:pt x="15689" y="53"/>
                  </a:lnTo>
                  <a:lnTo>
                    <a:pt x="16042" y="87"/>
                  </a:lnTo>
                  <a:lnTo>
                    <a:pt x="16394" y="130"/>
                  </a:lnTo>
                  <a:lnTo>
                    <a:pt x="16745" y="181"/>
                  </a:lnTo>
                  <a:lnTo>
                    <a:pt x="17094" y="241"/>
                  </a:lnTo>
                  <a:lnTo>
                    <a:pt x="17442" y="309"/>
                  </a:lnTo>
                  <a:lnTo>
                    <a:pt x="17788" y="386"/>
                  </a:lnTo>
                  <a:lnTo>
                    <a:pt x="18132" y="471"/>
                  </a:lnTo>
                  <a:lnTo>
                    <a:pt x="18474" y="564"/>
                  </a:lnTo>
                  <a:lnTo>
                    <a:pt x="18813" y="666"/>
                  </a:lnTo>
                  <a:lnTo>
                    <a:pt x="19150" y="775"/>
                  </a:lnTo>
                  <a:lnTo>
                    <a:pt x="19484" y="893"/>
                  </a:lnTo>
                  <a:lnTo>
                    <a:pt x="19815" y="1019"/>
                  </a:lnTo>
                  <a:lnTo>
                    <a:pt x="20142" y="1153"/>
                  </a:lnTo>
                  <a:lnTo>
                    <a:pt x="20466" y="1295"/>
                  </a:lnTo>
                  <a:lnTo>
                    <a:pt x="20787" y="1444"/>
                  </a:lnTo>
                  <a:lnTo>
                    <a:pt x="21104" y="1602"/>
                  </a:lnTo>
                  <a:lnTo>
                    <a:pt x="21417" y="1767"/>
                  </a:lnTo>
                  <a:lnTo>
                    <a:pt x="21600" y="1868"/>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787" name="Google Shape;787;p37"/>
            <p:cNvGrpSpPr/>
            <p:nvPr/>
          </p:nvGrpSpPr>
          <p:grpSpPr>
            <a:xfrm>
              <a:off x="-2" y="564652"/>
              <a:ext cx="2448159" cy="1884384"/>
              <a:chOff x="-1" y="-1"/>
              <a:chExt cx="2448159" cy="1884384"/>
            </a:xfrm>
          </p:grpSpPr>
          <p:sp>
            <p:nvSpPr>
              <p:cNvPr id="788" name="Google Shape;788;p37"/>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89" name="Google Shape;789;p37"/>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90" name="Google Shape;790;p37"/>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791" name="Google Shape;791;p37"/>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792" name="Google Shape;792;p37"/>
          <p:cNvSpPr/>
          <p:nvPr/>
        </p:nvSpPr>
        <p:spPr>
          <a:xfrm>
            <a:off x="7736768"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25" id="793" name="Google Shape;793;p37"/>
          <p:cNvPicPr preferRelativeResize="0"/>
          <p:nvPr/>
        </p:nvPicPr>
        <p:blipFill rotWithShape="1">
          <a:blip r:embed="rId3">
            <a:alphaModFix/>
          </a:blip>
          <a:srcRect b="0" l="0" r="0" t="0"/>
          <a:stretch/>
        </p:blipFill>
        <p:spPr>
          <a:xfrm>
            <a:off x="8201114" y="2321719"/>
            <a:ext cx="64295" cy="64293"/>
          </a:xfrm>
          <a:prstGeom prst="rect">
            <a:avLst/>
          </a:prstGeom>
          <a:noFill/>
          <a:ln>
            <a:noFill/>
          </a:ln>
        </p:spPr>
      </p:pic>
      <p:pic>
        <p:nvPicPr>
          <p:cNvPr descr="object 26" id="794" name="Google Shape;794;p37"/>
          <p:cNvPicPr preferRelativeResize="0"/>
          <p:nvPr/>
        </p:nvPicPr>
        <p:blipFill rotWithShape="1">
          <a:blip r:embed="rId3">
            <a:alphaModFix/>
          </a:blip>
          <a:srcRect b="0" l="0" r="0" t="0"/>
          <a:stretch/>
        </p:blipFill>
        <p:spPr>
          <a:xfrm>
            <a:off x="8079670" y="2321719"/>
            <a:ext cx="64295" cy="64293"/>
          </a:xfrm>
          <a:prstGeom prst="rect">
            <a:avLst/>
          </a:prstGeom>
          <a:noFill/>
          <a:ln>
            <a:noFill/>
          </a:ln>
        </p:spPr>
      </p:pic>
      <p:pic>
        <p:nvPicPr>
          <p:cNvPr descr="object 27" id="795" name="Google Shape;795;p37"/>
          <p:cNvPicPr preferRelativeResize="0"/>
          <p:nvPr/>
        </p:nvPicPr>
        <p:blipFill rotWithShape="1">
          <a:blip r:embed="rId3">
            <a:alphaModFix/>
          </a:blip>
          <a:srcRect b="0" l="0" r="0" t="0"/>
          <a:stretch/>
        </p:blipFill>
        <p:spPr>
          <a:xfrm>
            <a:off x="8143964" y="2436019"/>
            <a:ext cx="64295" cy="64293"/>
          </a:xfrm>
          <a:prstGeom prst="rect">
            <a:avLst/>
          </a:prstGeom>
          <a:noFill/>
          <a:ln>
            <a:noFill/>
          </a:ln>
        </p:spPr>
      </p:pic>
      <p:pic>
        <p:nvPicPr>
          <p:cNvPr descr="object 28" id="796" name="Google Shape;796;p37"/>
          <p:cNvPicPr preferRelativeResize="0"/>
          <p:nvPr/>
        </p:nvPicPr>
        <p:blipFill rotWithShape="1">
          <a:blip r:embed="rId3">
            <a:alphaModFix/>
          </a:blip>
          <a:srcRect b="0" l="0" r="0" t="0"/>
          <a:stretch/>
        </p:blipFill>
        <p:spPr>
          <a:xfrm>
            <a:off x="6822368" y="4329113"/>
            <a:ext cx="64295" cy="64293"/>
          </a:xfrm>
          <a:prstGeom prst="rect">
            <a:avLst/>
          </a:prstGeom>
          <a:noFill/>
          <a:ln>
            <a:noFill/>
          </a:ln>
        </p:spPr>
      </p:pic>
      <p:pic>
        <p:nvPicPr>
          <p:cNvPr descr="object 29" id="797" name="Google Shape;797;p37"/>
          <p:cNvPicPr preferRelativeResize="0"/>
          <p:nvPr/>
        </p:nvPicPr>
        <p:blipFill rotWithShape="1">
          <a:blip r:embed="rId3">
            <a:alphaModFix/>
          </a:blip>
          <a:srcRect b="0" l="0" r="0" t="0"/>
          <a:stretch/>
        </p:blipFill>
        <p:spPr>
          <a:xfrm>
            <a:off x="6486612" y="4786313"/>
            <a:ext cx="64295" cy="64293"/>
          </a:xfrm>
          <a:prstGeom prst="rect">
            <a:avLst/>
          </a:prstGeom>
          <a:noFill/>
          <a:ln>
            <a:noFill/>
          </a:ln>
        </p:spPr>
      </p:pic>
      <p:pic>
        <p:nvPicPr>
          <p:cNvPr descr="object 30" id="798" name="Google Shape;798;p37"/>
          <p:cNvPicPr preferRelativeResize="0"/>
          <p:nvPr/>
        </p:nvPicPr>
        <p:blipFill rotWithShape="1">
          <a:blip r:embed="rId3">
            <a:alphaModFix/>
          </a:blip>
          <a:srcRect b="0" l="0" r="0" t="0"/>
          <a:stretch/>
        </p:blipFill>
        <p:spPr>
          <a:xfrm>
            <a:off x="5907968" y="4686300"/>
            <a:ext cx="64295" cy="64293"/>
          </a:xfrm>
          <a:prstGeom prst="rect">
            <a:avLst/>
          </a:prstGeom>
          <a:noFill/>
          <a:ln>
            <a:noFill/>
          </a:ln>
        </p:spPr>
      </p:pic>
      <p:sp>
        <p:nvSpPr>
          <p:cNvPr id="799" name="Google Shape;799;p37"/>
          <p:cNvSpPr/>
          <p:nvPr/>
        </p:nvSpPr>
        <p:spPr>
          <a:xfrm>
            <a:off x="8236833"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800" name="Google Shape;800;p37"/>
          <p:cNvSpPr txBox="1"/>
          <p:nvPr/>
        </p:nvSpPr>
        <p:spPr>
          <a:xfrm>
            <a:off x="2859671" y="2298713"/>
            <a:ext cx="3627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Fun</a:t>
            </a:r>
            <a:r>
              <a:rPr b="1" i="0" lang="en-GB" sz="2500" u="none" cap="none" strike="noStrike">
                <a:solidFill>
                  <a:srgbClr val="0066FF"/>
                </a:solidFill>
                <a:latin typeface="Poppins"/>
                <a:ea typeface="Poppins"/>
                <a:cs typeface="Poppins"/>
                <a:sym typeface="Poppins"/>
              </a:rPr>
              <a:t> Activity </a:t>
            </a:r>
            <a:r>
              <a:rPr b="1" lang="en-GB" sz="2500">
                <a:solidFill>
                  <a:srgbClr val="0066FF"/>
                </a:solidFill>
                <a:latin typeface="Poppins"/>
                <a:ea typeface="Poppins"/>
                <a:cs typeface="Poppins"/>
                <a:sym typeface="Poppins"/>
              </a:rPr>
              <a:t>1</a:t>
            </a:r>
            <a:endParaRPr b="0" i="0" sz="2500" u="none" cap="none" strike="noStrike">
              <a:solidFill>
                <a:srgbClr val="000000"/>
              </a:solidFill>
              <a:latin typeface="Arial"/>
              <a:ea typeface="Arial"/>
              <a:cs typeface="Arial"/>
              <a:sym typeface="Arial"/>
            </a:endParaRPr>
          </a:p>
        </p:txBody>
      </p:sp>
      <p:sp>
        <p:nvSpPr>
          <p:cNvPr id="801" name="Google Shape;801;p37"/>
          <p:cNvSpPr txBox="1"/>
          <p:nvPr/>
        </p:nvSpPr>
        <p:spPr>
          <a:xfrm>
            <a:off x="4008100" y="1268900"/>
            <a:ext cx="1475100" cy="415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7C849"/>
              </a:buClr>
              <a:buSzPts val="3800"/>
              <a:buFont typeface="Poppins"/>
              <a:buNone/>
            </a:pPr>
            <a:r>
              <a:rPr lang="en-GB" sz="2700">
                <a:solidFill>
                  <a:srgbClr val="F7C849"/>
                </a:solidFill>
                <a:latin typeface="Poppins"/>
                <a:ea typeface="Poppins"/>
                <a:cs typeface="Poppins"/>
                <a:sym typeface="Poppins"/>
              </a:rPr>
              <a:t>10 </a:t>
            </a:r>
            <a:r>
              <a:rPr b="0" i="0" lang="en-GB" sz="2700" u="none" cap="none" strike="noStrike">
                <a:solidFill>
                  <a:srgbClr val="F7C849"/>
                </a:solidFill>
                <a:latin typeface="Poppins"/>
                <a:ea typeface="Poppins"/>
                <a:cs typeface="Poppins"/>
                <a:sym typeface="Poppins"/>
              </a:rPr>
              <a:t>mins</a:t>
            </a:r>
            <a:endParaRPr b="0" i="0" sz="2700" u="none" cap="none" strike="noStrike">
              <a:solidFill>
                <a:srgbClr val="000000"/>
              </a:solidFill>
              <a:latin typeface="Arial"/>
              <a:ea typeface="Arial"/>
              <a:cs typeface="Arial"/>
              <a:sym typeface="Arial"/>
            </a:endParaRPr>
          </a:p>
        </p:txBody>
      </p:sp>
      <p:sp>
        <p:nvSpPr>
          <p:cNvPr id="802" name="Google Shape;802;p37"/>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38"/>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808" name="Google Shape;808;p38"/>
          <p:cNvGrpSpPr/>
          <p:nvPr/>
        </p:nvGrpSpPr>
        <p:grpSpPr>
          <a:xfrm>
            <a:off x="0" y="0"/>
            <a:ext cx="1540509" cy="1395081"/>
            <a:chOff x="-1" y="-1"/>
            <a:chExt cx="2539998" cy="2387610"/>
          </a:xfrm>
        </p:grpSpPr>
        <p:sp>
          <p:nvSpPr>
            <p:cNvPr id="809" name="Google Shape;809;p38"/>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10" name="Google Shape;810;p38"/>
            <p:cNvGrpSpPr/>
            <p:nvPr/>
          </p:nvGrpSpPr>
          <p:grpSpPr>
            <a:xfrm>
              <a:off x="180250" y="237004"/>
              <a:ext cx="2215000" cy="1884429"/>
              <a:chOff x="0" y="-1"/>
              <a:chExt cx="2215000" cy="1884429"/>
            </a:xfrm>
          </p:grpSpPr>
          <p:sp>
            <p:nvSpPr>
              <p:cNvPr id="811" name="Google Shape;811;p38"/>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12" name="Google Shape;812;p38"/>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13" name="Google Shape;813;p38"/>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814" name="Google Shape;814;p38"/>
          <p:cNvGrpSpPr/>
          <p:nvPr/>
        </p:nvGrpSpPr>
        <p:grpSpPr>
          <a:xfrm>
            <a:off x="7469873" y="3853757"/>
            <a:ext cx="1674074" cy="1326259"/>
            <a:chOff x="-2" y="-1"/>
            <a:chExt cx="2837895" cy="2438424"/>
          </a:xfrm>
        </p:grpSpPr>
        <p:sp>
          <p:nvSpPr>
            <p:cNvPr id="815" name="Google Shape;815;p38"/>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16" name="Google Shape;816;p38"/>
            <p:cNvGrpSpPr/>
            <p:nvPr/>
          </p:nvGrpSpPr>
          <p:grpSpPr>
            <a:xfrm>
              <a:off x="-2" y="183652"/>
              <a:ext cx="2448159" cy="1884384"/>
              <a:chOff x="-1" y="-1"/>
              <a:chExt cx="2448159" cy="1884384"/>
            </a:xfrm>
          </p:grpSpPr>
          <p:sp>
            <p:nvSpPr>
              <p:cNvPr id="817" name="Google Shape;817;p38"/>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18" name="Google Shape;818;p38"/>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19" name="Google Shape;819;p38"/>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820" name="Google Shape;820;p38"/>
          <p:cNvSpPr/>
          <p:nvPr/>
        </p:nvSpPr>
        <p:spPr>
          <a:xfrm>
            <a:off x="388195" y="81277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21" name="Google Shape;821;p38"/>
          <p:cNvGrpSpPr/>
          <p:nvPr/>
        </p:nvGrpSpPr>
        <p:grpSpPr>
          <a:xfrm>
            <a:off x="-2" y="3951491"/>
            <a:ext cx="3141293" cy="1192012"/>
            <a:chOff x="-2" y="0"/>
            <a:chExt cx="5584520" cy="2119132"/>
          </a:xfrm>
        </p:grpSpPr>
        <p:sp>
          <p:nvSpPr>
            <p:cNvPr id="822" name="Google Shape;822;p38"/>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23" name="Google Shape;823;p38"/>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824" name="Google Shape;824;p38"/>
          <p:cNvSpPr txBox="1"/>
          <p:nvPr/>
        </p:nvSpPr>
        <p:spPr>
          <a:xfrm>
            <a:off x="1880750" y="223725"/>
            <a:ext cx="60162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Fun Activity 1</a:t>
            </a:r>
            <a:endParaRPr b="0" i="0" sz="1600" u="none" cap="none" strike="noStrike">
              <a:solidFill>
                <a:srgbClr val="4260FD"/>
              </a:solidFill>
              <a:latin typeface="Poppins"/>
              <a:ea typeface="Poppins"/>
              <a:cs typeface="Poppins"/>
              <a:sym typeface="Poppins"/>
            </a:endParaRPr>
          </a:p>
        </p:txBody>
      </p:sp>
      <p:sp>
        <p:nvSpPr>
          <p:cNvPr id="825" name="Google Shape;825;p38"/>
          <p:cNvSpPr txBox="1"/>
          <p:nvPr/>
        </p:nvSpPr>
        <p:spPr>
          <a:xfrm>
            <a:off x="560475" y="1030388"/>
            <a:ext cx="2473500" cy="2770500"/>
          </a:xfrm>
          <a:prstGeom prst="rect">
            <a:avLst/>
          </a:prstGeom>
          <a:noFill/>
          <a:ln cap="flat" cmpd="sng" w="19050">
            <a:solidFill>
              <a:srgbClr val="000000"/>
            </a:solidFill>
            <a:prstDash val="lg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3C78D8"/>
                </a:solidFill>
                <a:latin typeface="Poppins"/>
                <a:ea typeface="Poppins"/>
                <a:cs typeface="Poppins"/>
                <a:sym typeface="Poppins"/>
              </a:rPr>
              <a:t>It’s time to refresh ourselves with a cool activity! I have a </a:t>
            </a:r>
            <a:endParaRPr>
              <a:solidFill>
                <a:srgbClr val="3C78D8"/>
              </a:solidFill>
              <a:latin typeface="Poppins"/>
              <a:ea typeface="Poppins"/>
              <a:cs typeface="Poppins"/>
              <a:sym typeface="Poppins"/>
            </a:endParaRPr>
          </a:p>
          <a:p>
            <a:pPr indent="0" lvl="0" marL="0" rtl="0" algn="l">
              <a:spcBef>
                <a:spcPts val="0"/>
              </a:spcBef>
              <a:spcAft>
                <a:spcPts val="0"/>
              </a:spcAft>
              <a:buNone/>
            </a:pPr>
            <a:r>
              <a:rPr lang="en-GB">
                <a:solidFill>
                  <a:srgbClr val="3C78D8"/>
                </a:solidFill>
                <a:latin typeface="Poppins"/>
                <a:ea typeface="Poppins"/>
                <a:cs typeface="Poppins"/>
                <a:sym typeface="Poppins"/>
              </a:rPr>
              <a:t>“Turtle Wax”  for you! </a:t>
            </a:r>
            <a:endParaRPr>
              <a:solidFill>
                <a:srgbClr val="3C78D8"/>
              </a:solidFill>
              <a:latin typeface="Poppins"/>
              <a:ea typeface="Poppins"/>
              <a:cs typeface="Poppins"/>
              <a:sym typeface="Poppins"/>
            </a:endParaRPr>
          </a:p>
          <a:p>
            <a:pPr indent="0" lvl="0" marL="0" rtl="0" algn="l">
              <a:spcBef>
                <a:spcPts val="0"/>
              </a:spcBef>
              <a:spcAft>
                <a:spcPts val="0"/>
              </a:spcAft>
              <a:buNone/>
            </a:pPr>
            <a:r>
              <a:rPr lang="en-GB">
                <a:solidFill>
                  <a:schemeClr val="dk1"/>
                </a:solidFill>
                <a:latin typeface="Poppins"/>
                <a:ea typeface="Poppins"/>
                <a:cs typeface="Poppins"/>
                <a:sym typeface="Poppins"/>
              </a:rPr>
              <a:t>(Share the </a:t>
            </a:r>
            <a:r>
              <a:rPr lang="en-GB" u="sng">
                <a:solidFill>
                  <a:schemeClr val="hlink"/>
                </a:solidFill>
                <a:latin typeface="Poppins"/>
                <a:ea typeface="Poppins"/>
                <a:cs typeface="Poppins"/>
                <a:sym typeface="Poppins"/>
                <a:hlinkClick r:id="rId3"/>
              </a:rPr>
              <a:t>link </a:t>
            </a:r>
            <a:r>
              <a:rPr lang="en-GB">
                <a:solidFill>
                  <a:schemeClr val="dk1"/>
                </a:solidFill>
                <a:latin typeface="Poppins"/>
                <a:ea typeface="Poppins"/>
                <a:cs typeface="Poppins"/>
                <a:sym typeface="Poppins"/>
              </a:rPr>
              <a:t>with the student &amp; Ask the student to open the link).</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rPr lang="en-GB">
                <a:solidFill>
                  <a:srgbClr val="2A2928"/>
                </a:solidFill>
                <a:highlight>
                  <a:schemeClr val="lt1"/>
                </a:highlight>
                <a:latin typeface="Poppins"/>
                <a:ea typeface="Poppins"/>
                <a:cs typeface="Poppins"/>
                <a:sym typeface="Poppins"/>
              </a:rPr>
              <a:t>Click and drag the turtle to adjust the slide. Release to send the turtle down the slide.</a:t>
            </a:r>
            <a:endParaRPr sz="1700">
              <a:solidFill>
                <a:schemeClr val="dk1"/>
              </a:solidFill>
              <a:highlight>
                <a:schemeClr val="lt1"/>
              </a:highlight>
              <a:latin typeface="Poppins"/>
              <a:ea typeface="Poppins"/>
              <a:cs typeface="Poppins"/>
              <a:sym typeface="Poppins"/>
            </a:endParaRPr>
          </a:p>
        </p:txBody>
      </p:sp>
      <p:cxnSp>
        <p:nvCxnSpPr>
          <p:cNvPr id="826" name="Google Shape;826;p38"/>
          <p:cNvCxnSpPr/>
          <p:nvPr/>
        </p:nvCxnSpPr>
        <p:spPr>
          <a:xfrm>
            <a:off x="3016075" y="1926375"/>
            <a:ext cx="661800" cy="18000"/>
          </a:xfrm>
          <a:prstGeom prst="straightConnector1">
            <a:avLst/>
          </a:prstGeom>
          <a:noFill/>
          <a:ln cap="flat" cmpd="sng" w="19050">
            <a:solidFill>
              <a:srgbClr val="FF0000"/>
            </a:solidFill>
            <a:prstDash val="solid"/>
            <a:round/>
            <a:headEnd len="med" w="med" type="none"/>
            <a:tailEnd len="med" w="med" type="triangle"/>
          </a:ln>
        </p:spPr>
      </p:cxnSp>
      <p:pic>
        <p:nvPicPr>
          <p:cNvPr id="827" name="Google Shape;827;p38"/>
          <p:cNvPicPr preferRelativeResize="0"/>
          <p:nvPr/>
        </p:nvPicPr>
        <p:blipFill>
          <a:blip r:embed="rId4">
            <a:alphaModFix/>
          </a:blip>
          <a:stretch>
            <a:fillRect/>
          </a:stretch>
        </p:blipFill>
        <p:spPr>
          <a:xfrm>
            <a:off x="3641675" y="879775"/>
            <a:ext cx="5012763" cy="3071725"/>
          </a:xfrm>
          <a:prstGeom prst="rect">
            <a:avLst/>
          </a:prstGeom>
          <a:noFill/>
          <a:ln>
            <a:noFill/>
          </a:ln>
        </p:spPr>
      </p:pic>
      <p:sp>
        <p:nvSpPr>
          <p:cNvPr id="828" name="Google Shape;828;p38"/>
          <p:cNvSpPr txBox="1"/>
          <p:nvPr/>
        </p:nvSpPr>
        <p:spPr>
          <a:xfrm>
            <a:off x="1719025" y="3997300"/>
            <a:ext cx="5080800" cy="110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a:solidFill>
                  <a:srgbClr val="2A2928"/>
                </a:solidFill>
                <a:highlight>
                  <a:schemeClr val="lt1"/>
                </a:highlight>
                <a:latin typeface="Poppins"/>
                <a:ea typeface="Poppins"/>
                <a:cs typeface="Poppins"/>
                <a:sym typeface="Poppins"/>
              </a:rPr>
              <a:t>Adjust the height of the ladder to try to land on the target. Land on the target three times to win!</a:t>
            </a:r>
            <a:endParaRPr sz="1700">
              <a:highlight>
                <a:schemeClr val="lt1"/>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39"/>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834" name="Google Shape;834;p39"/>
          <p:cNvGrpSpPr/>
          <p:nvPr/>
        </p:nvGrpSpPr>
        <p:grpSpPr>
          <a:xfrm>
            <a:off x="0" y="0"/>
            <a:ext cx="1540509" cy="1395081"/>
            <a:chOff x="-1" y="-1"/>
            <a:chExt cx="2539998" cy="2387610"/>
          </a:xfrm>
        </p:grpSpPr>
        <p:sp>
          <p:nvSpPr>
            <p:cNvPr id="835" name="Google Shape;835;p39"/>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36" name="Google Shape;836;p39"/>
            <p:cNvGrpSpPr/>
            <p:nvPr/>
          </p:nvGrpSpPr>
          <p:grpSpPr>
            <a:xfrm>
              <a:off x="180250" y="237004"/>
              <a:ext cx="2215000" cy="1884429"/>
              <a:chOff x="0" y="-1"/>
              <a:chExt cx="2215000" cy="1884429"/>
            </a:xfrm>
          </p:grpSpPr>
          <p:sp>
            <p:nvSpPr>
              <p:cNvPr id="837" name="Google Shape;837;p39"/>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38" name="Google Shape;838;p39"/>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39" name="Google Shape;839;p39"/>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840" name="Google Shape;840;p39"/>
          <p:cNvGrpSpPr/>
          <p:nvPr/>
        </p:nvGrpSpPr>
        <p:grpSpPr>
          <a:xfrm>
            <a:off x="7469873" y="3853757"/>
            <a:ext cx="1674074" cy="1326259"/>
            <a:chOff x="-2" y="-1"/>
            <a:chExt cx="2837895" cy="2438424"/>
          </a:xfrm>
        </p:grpSpPr>
        <p:sp>
          <p:nvSpPr>
            <p:cNvPr id="841" name="Google Shape;841;p39"/>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42" name="Google Shape;842;p39"/>
            <p:cNvGrpSpPr/>
            <p:nvPr/>
          </p:nvGrpSpPr>
          <p:grpSpPr>
            <a:xfrm>
              <a:off x="-2" y="183652"/>
              <a:ext cx="2448159" cy="1884384"/>
              <a:chOff x="-1" y="-1"/>
              <a:chExt cx="2448159" cy="1884384"/>
            </a:xfrm>
          </p:grpSpPr>
          <p:sp>
            <p:nvSpPr>
              <p:cNvPr id="843" name="Google Shape;843;p39"/>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44" name="Google Shape;844;p39"/>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45" name="Google Shape;845;p39"/>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846" name="Google Shape;846;p39"/>
          <p:cNvSpPr/>
          <p:nvPr/>
        </p:nvSpPr>
        <p:spPr>
          <a:xfrm>
            <a:off x="300145" y="66062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47" name="Google Shape;847;p39"/>
          <p:cNvGrpSpPr/>
          <p:nvPr/>
        </p:nvGrpSpPr>
        <p:grpSpPr>
          <a:xfrm>
            <a:off x="-2" y="3951491"/>
            <a:ext cx="3141293" cy="1192012"/>
            <a:chOff x="-2" y="0"/>
            <a:chExt cx="5584520" cy="2119132"/>
          </a:xfrm>
        </p:grpSpPr>
        <p:sp>
          <p:nvSpPr>
            <p:cNvPr id="848" name="Google Shape;848;p39"/>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49" name="Google Shape;849;p39"/>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850" name="Google Shape;850;p39"/>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Coding the App</a:t>
            </a:r>
            <a:endParaRPr b="1" sz="2900">
              <a:solidFill>
                <a:srgbClr val="0066FF"/>
              </a:solidFill>
              <a:latin typeface="Poppins"/>
              <a:ea typeface="Poppins"/>
              <a:cs typeface="Poppins"/>
              <a:sym typeface="Poppins"/>
            </a:endParaRPr>
          </a:p>
        </p:txBody>
      </p:sp>
      <p:sp>
        <p:nvSpPr>
          <p:cNvPr id="851" name="Google Shape;851;p39"/>
          <p:cNvSpPr txBox="1"/>
          <p:nvPr/>
        </p:nvSpPr>
        <p:spPr>
          <a:xfrm>
            <a:off x="670400" y="1105650"/>
            <a:ext cx="7822500" cy="142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50000"/>
              </a:lnSpc>
              <a:spcBef>
                <a:spcPts val="1400"/>
              </a:spcBef>
              <a:spcAft>
                <a:spcPts val="0"/>
              </a:spcAft>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400"/>
              </a:spcBef>
              <a:spcAft>
                <a:spcPts val="1400"/>
              </a:spcAft>
              <a:buNone/>
            </a:pPr>
            <a:r>
              <a:t/>
            </a:r>
            <a:endParaRPr b="1">
              <a:solidFill>
                <a:srgbClr val="222222"/>
              </a:solidFill>
              <a:highlight>
                <a:srgbClr val="FFFFFF"/>
              </a:highlight>
              <a:latin typeface="Poppins"/>
              <a:ea typeface="Poppins"/>
              <a:cs typeface="Poppins"/>
              <a:sym typeface="Poppins"/>
            </a:endParaRPr>
          </a:p>
        </p:txBody>
      </p:sp>
      <p:sp>
        <p:nvSpPr>
          <p:cNvPr id="852" name="Google Shape;852;p39"/>
          <p:cNvSpPr txBox="1"/>
          <p:nvPr/>
        </p:nvSpPr>
        <p:spPr>
          <a:xfrm>
            <a:off x="4833425" y="1627925"/>
            <a:ext cx="339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853" name="Google Shape;853;p39"/>
          <p:cNvSpPr txBox="1"/>
          <p:nvPr/>
        </p:nvSpPr>
        <p:spPr>
          <a:xfrm>
            <a:off x="5112700" y="1725350"/>
            <a:ext cx="38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854" name="Google Shape;854;p39"/>
          <p:cNvSpPr txBox="1"/>
          <p:nvPr/>
        </p:nvSpPr>
        <p:spPr>
          <a:xfrm>
            <a:off x="5112700" y="2187200"/>
            <a:ext cx="39528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855" name="Google Shape;855;p39"/>
          <p:cNvSpPr txBox="1"/>
          <p:nvPr/>
        </p:nvSpPr>
        <p:spPr>
          <a:xfrm>
            <a:off x="1348850" y="3386525"/>
            <a:ext cx="59448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t/>
            </a:r>
            <a:endParaRPr sz="1500">
              <a:solidFill>
                <a:srgbClr val="3C78D8"/>
              </a:solidFill>
              <a:latin typeface="Poppins"/>
              <a:ea typeface="Poppins"/>
              <a:cs typeface="Poppins"/>
              <a:sym typeface="Poppins"/>
            </a:endParaRPr>
          </a:p>
        </p:txBody>
      </p:sp>
      <p:sp>
        <p:nvSpPr>
          <p:cNvPr id="856" name="Google Shape;856;p39"/>
          <p:cNvSpPr txBox="1"/>
          <p:nvPr/>
        </p:nvSpPr>
        <p:spPr>
          <a:xfrm>
            <a:off x="1258463" y="3446800"/>
            <a:ext cx="6946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857" name="Google Shape;857;p39"/>
          <p:cNvSpPr txBox="1"/>
          <p:nvPr/>
        </p:nvSpPr>
        <p:spPr>
          <a:xfrm>
            <a:off x="949850" y="3417675"/>
            <a:ext cx="74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pic>
        <p:nvPicPr>
          <p:cNvPr id="858" name="Google Shape;858;p39"/>
          <p:cNvPicPr preferRelativeResize="0"/>
          <p:nvPr/>
        </p:nvPicPr>
        <p:blipFill>
          <a:blip r:embed="rId3">
            <a:alphaModFix/>
          </a:blip>
          <a:stretch>
            <a:fillRect/>
          </a:stretch>
        </p:blipFill>
        <p:spPr>
          <a:xfrm>
            <a:off x="722975" y="1326175"/>
            <a:ext cx="4638224" cy="2967675"/>
          </a:xfrm>
          <a:prstGeom prst="rect">
            <a:avLst/>
          </a:prstGeom>
          <a:noFill/>
          <a:ln>
            <a:noFill/>
          </a:ln>
        </p:spPr>
      </p:pic>
      <p:sp>
        <p:nvSpPr>
          <p:cNvPr id="859" name="Google Shape;859;p39"/>
          <p:cNvSpPr txBox="1"/>
          <p:nvPr/>
        </p:nvSpPr>
        <p:spPr>
          <a:xfrm>
            <a:off x="5654925" y="1283700"/>
            <a:ext cx="3109800" cy="2576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When the birdie touches green balloon, increment the score by 1.</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Play a bubble pop sound </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Display which color balloon is  popped !</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Display the score also.</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Make the balloon jump to random locations. </a:t>
            </a:r>
            <a:endParaRPr sz="1500">
              <a:solidFill>
                <a:srgbClr val="3C78D8"/>
              </a:solidFill>
              <a:latin typeface="Poppins"/>
              <a:ea typeface="Poppins"/>
              <a:cs typeface="Poppins"/>
              <a:sym typeface="Poppins"/>
            </a:endParaRPr>
          </a:p>
        </p:txBody>
      </p:sp>
      <p:sp>
        <p:nvSpPr>
          <p:cNvPr id="860" name="Google Shape;860;p39"/>
          <p:cNvSpPr txBox="1"/>
          <p:nvPr/>
        </p:nvSpPr>
        <p:spPr>
          <a:xfrm>
            <a:off x="722975" y="748575"/>
            <a:ext cx="55260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GB">
                <a:solidFill>
                  <a:schemeClr val="dk1"/>
                </a:solidFill>
                <a:latin typeface="Poppins"/>
                <a:ea typeface="Poppins"/>
                <a:cs typeface="Poppins"/>
                <a:sym typeface="Poppins"/>
              </a:rPr>
              <a:t>Code Blocks when Birdie touches GreenBallooon</a:t>
            </a:r>
            <a:endParaRPr b="1">
              <a:solidFill>
                <a:schemeClr val="dk1"/>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4" name="Shape 864"/>
        <p:cNvGrpSpPr/>
        <p:nvPr/>
      </p:nvGrpSpPr>
      <p:grpSpPr>
        <a:xfrm>
          <a:off x="0" y="0"/>
          <a:ext cx="0" cy="0"/>
          <a:chOff x="0" y="0"/>
          <a:chExt cx="0" cy="0"/>
        </a:xfrm>
      </p:grpSpPr>
      <p:sp>
        <p:nvSpPr>
          <p:cNvPr id="865" name="Google Shape;865;p40"/>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866" name="Google Shape;866;p40"/>
          <p:cNvGrpSpPr/>
          <p:nvPr/>
        </p:nvGrpSpPr>
        <p:grpSpPr>
          <a:xfrm>
            <a:off x="0" y="0"/>
            <a:ext cx="1540509" cy="1395081"/>
            <a:chOff x="-1" y="-1"/>
            <a:chExt cx="2539998" cy="2387610"/>
          </a:xfrm>
        </p:grpSpPr>
        <p:sp>
          <p:nvSpPr>
            <p:cNvPr id="867" name="Google Shape;867;p40"/>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68" name="Google Shape;868;p40"/>
            <p:cNvGrpSpPr/>
            <p:nvPr/>
          </p:nvGrpSpPr>
          <p:grpSpPr>
            <a:xfrm>
              <a:off x="180250" y="237004"/>
              <a:ext cx="2215000" cy="1884429"/>
              <a:chOff x="0" y="-1"/>
              <a:chExt cx="2215000" cy="1884429"/>
            </a:xfrm>
          </p:grpSpPr>
          <p:sp>
            <p:nvSpPr>
              <p:cNvPr id="869" name="Google Shape;869;p40"/>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70" name="Google Shape;870;p40"/>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71" name="Google Shape;871;p40"/>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872" name="Google Shape;872;p40"/>
          <p:cNvGrpSpPr/>
          <p:nvPr/>
        </p:nvGrpSpPr>
        <p:grpSpPr>
          <a:xfrm>
            <a:off x="7469873" y="3853757"/>
            <a:ext cx="1674074" cy="1326259"/>
            <a:chOff x="-2" y="-1"/>
            <a:chExt cx="2837895" cy="2438424"/>
          </a:xfrm>
        </p:grpSpPr>
        <p:sp>
          <p:nvSpPr>
            <p:cNvPr id="873" name="Google Shape;873;p40"/>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74" name="Google Shape;874;p40"/>
            <p:cNvGrpSpPr/>
            <p:nvPr/>
          </p:nvGrpSpPr>
          <p:grpSpPr>
            <a:xfrm>
              <a:off x="-2" y="183652"/>
              <a:ext cx="2448159" cy="1884384"/>
              <a:chOff x="-1" y="-1"/>
              <a:chExt cx="2448159" cy="1884384"/>
            </a:xfrm>
          </p:grpSpPr>
          <p:sp>
            <p:nvSpPr>
              <p:cNvPr id="875" name="Google Shape;875;p40"/>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76" name="Google Shape;876;p40"/>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77" name="Google Shape;877;p40"/>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878" name="Google Shape;878;p40"/>
          <p:cNvSpPr/>
          <p:nvPr/>
        </p:nvSpPr>
        <p:spPr>
          <a:xfrm>
            <a:off x="300145" y="66062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879" name="Google Shape;879;p40"/>
          <p:cNvGrpSpPr/>
          <p:nvPr/>
        </p:nvGrpSpPr>
        <p:grpSpPr>
          <a:xfrm>
            <a:off x="-2" y="3951491"/>
            <a:ext cx="3141293" cy="1192012"/>
            <a:chOff x="-2" y="0"/>
            <a:chExt cx="5584520" cy="2119132"/>
          </a:xfrm>
        </p:grpSpPr>
        <p:sp>
          <p:nvSpPr>
            <p:cNvPr id="880" name="Google Shape;880;p40"/>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881" name="Google Shape;881;p40"/>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882" name="Google Shape;882;p40"/>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Coding the App</a:t>
            </a:r>
            <a:endParaRPr b="1" sz="2900">
              <a:solidFill>
                <a:srgbClr val="0066FF"/>
              </a:solidFill>
              <a:latin typeface="Poppins"/>
              <a:ea typeface="Poppins"/>
              <a:cs typeface="Poppins"/>
              <a:sym typeface="Poppins"/>
            </a:endParaRPr>
          </a:p>
        </p:txBody>
      </p:sp>
      <p:sp>
        <p:nvSpPr>
          <p:cNvPr id="883" name="Google Shape;883;p40"/>
          <p:cNvSpPr txBox="1"/>
          <p:nvPr/>
        </p:nvSpPr>
        <p:spPr>
          <a:xfrm>
            <a:off x="670400" y="1105650"/>
            <a:ext cx="7822500" cy="142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50000"/>
              </a:lnSpc>
              <a:spcBef>
                <a:spcPts val="1400"/>
              </a:spcBef>
              <a:spcAft>
                <a:spcPts val="0"/>
              </a:spcAft>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400"/>
              </a:spcBef>
              <a:spcAft>
                <a:spcPts val="1400"/>
              </a:spcAft>
              <a:buNone/>
            </a:pPr>
            <a:r>
              <a:t/>
            </a:r>
            <a:endParaRPr b="1">
              <a:solidFill>
                <a:srgbClr val="222222"/>
              </a:solidFill>
              <a:highlight>
                <a:srgbClr val="FFFFFF"/>
              </a:highlight>
              <a:latin typeface="Poppins"/>
              <a:ea typeface="Poppins"/>
              <a:cs typeface="Poppins"/>
              <a:sym typeface="Poppins"/>
            </a:endParaRPr>
          </a:p>
        </p:txBody>
      </p:sp>
      <p:sp>
        <p:nvSpPr>
          <p:cNvPr id="884" name="Google Shape;884;p40"/>
          <p:cNvSpPr txBox="1"/>
          <p:nvPr/>
        </p:nvSpPr>
        <p:spPr>
          <a:xfrm>
            <a:off x="4833425" y="1627925"/>
            <a:ext cx="339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885" name="Google Shape;885;p40"/>
          <p:cNvSpPr txBox="1"/>
          <p:nvPr/>
        </p:nvSpPr>
        <p:spPr>
          <a:xfrm>
            <a:off x="5112700" y="1725350"/>
            <a:ext cx="38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886" name="Google Shape;886;p40"/>
          <p:cNvSpPr txBox="1"/>
          <p:nvPr/>
        </p:nvSpPr>
        <p:spPr>
          <a:xfrm>
            <a:off x="5112700" y="2187200"/>
            <a:ext cx="39528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887" name="Google Shape;887;p40"/>
          <p:cNvSpPr txBox="1"/>
          <p:nvPr/>
        </p:nvSpPr>
        <p:spPr>
          <a:xfrm>
            <a:off x="1348850" y="3386525"/>
            <a:ext cx="59448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t/>
            </a:r>
            <a:endParaRPr sz="1500">
              <a:solidFill>
                <a:srgbClr val="3C78D8"/>
              </a:solidFill>
              <a:latin typeface="Poppins"/>
              <a:ea typeface="Poppins"/>
              <a:cs typeface="Poppins"/>
              <a:sym typeface="Poppins"/>
            </a:endParaRPr>
          </a:p>
        </p:txBody>
      </p:sp>
      <p:sp>
        <p:nvSpPr>
          <p:cNvPr id="888" name="Google Shape;888;p40"/>
          <p:cNvSpPr txBox="1"/>
          <p:nvPr/>
        </p:nvSpPr>
        <p:spPr>
          <a:xfrm>
            <a:off x="1258463" y="3446800"/>
            <a:ext cx="6946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889" name="Google Shape;889;p40"/>
          <p:cNvSpPr txBox="1"/>
          <p:nvPr/>
        </p:nvSpPr>
        <p:spPr>
          <a:xfrm>
            <a:off x="949850" y="3417675"/>
            <a:ext cx="74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pic>
        <p:nvPicPr>
          <p:cNvPr id="890" name="Google Shape;890;p40"/>
          <p:cNvPicPr preferRelativeResize="0"/>
          <p:nvPr/>
        </p:nvPicPr>
        <p:blipFill>
          <a:blip r:embed="rId3">
            <a:alphaModFix/>
          </a:blip>
          <a:stretch>
            <a:fillRect/>
          </a:stretch>
        </p:blipFill>
        <p:spPr>
          <a:xfrm>
            <a:off x="495475" y="1443323"/>
            <a:ext cx="4703299" cy="2770075"/>
          </a:xfrm>
          <a:prstGeom prst="rect">
            <a:avLst/>
          </a:prstGeom>
          <a:noFill/>
          <a:ln>
            <a:noFill/>
          </a:ln>
        </p:spPr>
      </p:pic>
      <p:sp>
        <p:nvSpPr>
          <p:cNvPr id="891" name="Google Shape;891;p40"/>
          <p:cNvSpPr txBox="1"/>
          <p:nvPr/>
        </p:nvSpPr>
        <p:spPr>
          <a:xfrm>
            <a:off x="5654925" y="1283700"/>
            <a:ext cx="3109800" cy="2576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When the birdie touches yellow balloon, increment the score by 1.</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Play a bubble pop sound </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Display which color balloon is  popped !</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Display the score also.</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Make the balloon jump to random locations. </a:t>
            </a:r>
            <a:endParaRPr sz="1500">
              <a:solidFill>
                <a:srgbClr val="3C78D8"/>
              </a:solidFill>
              <a:latin typeface="Poppins"/>
              <a:ea typeface="Poppins"/>
              <a:cs typeface="Poppins"/>
              <a:sym typeface="Poppins"/>
            </a:endParaRPr>
          </a:p>
        </p:txBody>
      </p:sp>
      <p:sp>
        <p:nvSpPr>
          <p:cNvPr id="892" name="Google Shape;892;p40"/>
          <p:cNvSpPr txBox="1"/>
          <p:nvPr/>
        </p:nvSpPr>
        <p:spPr>
          <a:xfrm>
            <a:off x="578325" y="796825"/>
            <a:ext cx="5944800" cy="400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GB" sz="1200">
                <a:solidFill>
                  <a:schemeClr val="dk1"/>
                </a:solidFill>
              </a:rPr>
              <a:t> </a:t>
            </a:r>
            <a:r>
              <a:rPr b="1" lang="en-GB">
                <a:solidFill>
                  <a:schemeClr val="dk1"/>
                </a:solidFill>
                <a:latin typeface="Poppins"/>
                <a:ea typeface="Poppins"/>
                <a:cs typeface="Poppins"/>
                <a:sym typeface="Poppins"/>
              </a:rPr>
              <a:t>Code Blocks when Birdie touches YellowBallooon</a:t>
            </a:r>
            <a:endParaRPr sz="1600">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6" name="Shape 896"/>
        <p:cNvGrpSpPr/>
        <p:nvPr/>
      </p:nvGrpSpPr>
      <p:grpSpPr>
        <a:xfrm>
          <a:off x="0" y="0"/>
          <a:ext cx="0" cy="0"/>
          <a:chOff x="0" y="0"/>
          <a:chExt cx="0" cy="0"/>
        </a:xfrm>
      </p:grpSpPr>
      <p:sp>
        <p:nvSpPr>
          <p:cNvPr id="897" name="Google Shape;897;p41"/>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898" name="Google Shape;898;p41"/>
          <p:cNvGrpSpPr/>
          <p:nvPr/>
        </p:nvGrpSpPr>
        <p:grpSpPr>
          <a:xfrm>
            <a:off x="0" y="0"/>
            <a:ext cx="1540509" cy="1395081"/>
            <a:chOff x="-1" y="-1"/>
            <a:chExt cx="2539998" cy="2387610"/>
          </a:xfrm>
        </p:grpSpPr>
        <p:sp>
          <p:nvSpPr>
            <p:cNvPr id="899" name="Google Shape;899;p41"/>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900" name="Google Shape;900;p41"/>
            <p:cNvGrpSpPr/>
            <p:nvPr/>
          </p:nvGrpSpPr>
          <p:grpSpPr>
            <a:xfrm>
              <a:off x="180250" y="237004"/>
              <a:ext cx="2215000" cy="1884429"/>
              <a:chOff x="0" y="-1"/>
              <a:chExt cx="2215000" cy="1884429"/>
            </a:xfrm>
          </p:grpSpPr>
          <p:sp>
            <p:nvSpPr>
              <p:cNvPr id="901" name="Google Shape;901;p41"/>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02" name="Google Shape;902;p41"/>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03" name="Google Shape;903;p41"/>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904" name="Google Shape;904;p41"/>
          <p:cNvGrpSpPr/>
          <p:nvPr/>
        </p:nvGrpSpPr>
        <p:grpSpPr>
          <a:xfrm>
            <a:off x="7469873" y="3853757"/>
            <a:ext cx="1674074" cy="1326259"/>
            <a:chOff x="-2" y="-1"/>
            <a:chExt cx="2837895" cy="2438424"/>
          </a:xfrm>
        </p:grpSpPr>
        <p:sp>
          <p:nvSpPr>
            <p:cNvPr id="905" name="Google Shape;905;p41"/>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906" name="Google Shape;906;p41"/>
            <p:cNvGrpSpPr/>
            <p:nvPr/>
          </p:nvGrpSpPr>
          <p:grpSpPr>
            <a:xfrm>
              <a:off x="-2" y="183652"/>
              <a:ext cx="2448159" cy="1884384"/>
              <a:chOff x="-1" y="-1"/>
              <a:chExt cx="2448159" cy="1884384"/>
            </a:xfrm>
          </p:grpSpPr>
          <p:sp>
            <p:nvSpPr>
              <p:cNvPr id="907" name="Google Shape;907;p41"/>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08" name="Google Shape;908;p41"/>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09" name="Google Shape;909;p41"/>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910" name="Google Shape;910;p41"/>
          <p:cNvSpPr/>
          <p:nvPr/>
        </p:nvSpPr>
        <p:spPr>
          <a:xfrm>
            <a:off x="300145" y="66062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chemeClr val="lt1"/>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911" name="Google Shape;911;p41"/>
          <p:cNvGrpSpPr/>
          <p:nvPr/>
        </p:nvGrpSpPr>
        <p:grpSpPr>
          <a:xfrm>
            <a:off x="-2" y="3951491"/>
            <a:ext cx="3141293" cy="1192012"/>
            <a:chOff x="-2" y="0"/>
            <a:chExt cx="5584520" cy="2119132"/>
          </a:xfrm>
        </p:grpSpPr>
        <p:sp>
          <p:nvSpPr>
            <p:cNvPr id="912" name="Google Shape;912;p41"/>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913" name="Google Shape;913;p41"/>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914" name="Google Shape;914;p41"/>
          <p:cNvSpPr txBox="1"/>
          <p:nvPr/>
        </p:nvSpPr>
        <p:spPr>
          <a:xfrm>
            <a:off x="1348850" y="214225"/>
            <a:ext cx="63939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Coding the App</a:t>
            </a:r>
            <a:endParaRPr b="1" sz="2900">
              <a:solidFill>
                <a:srgbClr val="0066FF"/>
              </a:solidFill>
              <a:latin typeface="Poppins"/>
              <a:ea typeface="Poppins"/>
              <a:cs typeface="Poppins"/>
              <a:sym typeface="Poppins"/>
            </a:endParaRPr>
          </a:p>
        </p:txBody>
      </p:sp>
      <p:sp>
        <p:nvSpPr>
          <p:cNvPr id="915" name="Google Shape;915;p41"/>
          <p:cNvSpPr txBox="1"/>
          <p:nvPr/>
        </p:nvSpPr>
        <p:spPr>
          <a:xfrm>
            <a:off x="670400" y="1105650"/>
            <a:ext cx="7822500" cy="1428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500">
              <a:solidFill>
                <a:srgbClr val="3C78D8"/>
              </a:solidFill>
              <a:highlight>
                <a:srgbClr val="FFFFFF"/>
              </a:highlight>
              <a:latin typeface="Poppins"/>
              <a:ea typeface="Poppins"/>
              <a:cs typeface="Poppins"/>
              <a:sym typeface="Poppins"/>
            </a:endParaRPr>
          </a:p>
          <a:p>
            <a:pPr indent="0" lvl="0" marL="0" rtl="0" algn="l">
              <a:lnSpc>
                <a:spcPct val="150000"/>
              </a:lnSpc>
              <a:spcBef>
                <a:spcPts val="1400"/>
              </a:spcBef>
              <a:spcAft>
                <a:spcPts val="0"/>
              </a:spcAft>
              <a:buNone/>
            </a:pPr>
            <a:r>
              <a:t/>
            </a:r>
            <a:endParaRPr b="1">
              <a:solidFill>
                <a:srgbClr val="222222"/>
              </a:solidFill>
              <a:highlight>
                <a:srgbClr val="FFFFFF"/>
              </a:highlight>
              <a:latin typeface="Poppins"/>
              <a:ea typeface="Poppins"/>
              <a:cs typeface="Poppins"/>
              <a:sym typeface="Poppins"/>
            </a:endParaRPr>
          </a:p>
          <a:p>
            <a:pPr indent="0" lvl="0" marL="0" rtl="0" algn="l">
              <a:lnSpc>
                <a:spcPct val="150000"/>
              </a:lnSpc>
              <a:spcBef>
                <a:spcPts val="1400"/>
              </a:spcBef>
              <a:spcAft>
                <a:spcPts val="1400"/>
              </a:spcAft>
              <a:buNone/>
            </a:pPr>
            <a:r>
              <a:t/>
            </a:r>
            <a:endParaRPr b="1">
              <a:solidFill>
                <a:srgbClr val="222222"/>
              </a:solidFill>
              <a:highlight>
                <a:srgbClr val="FFFFFF"/>
              </a:highlight>
              <a:latin typeface="Poppins"/>
              <a:ea typeface="Poppins"/>
              <a:cs typeface="Poppins"/>
              <a:sym typeface="Poppins"/>
            </a:endParaRPr>
          </a:p>
        </p:txBody>
      </p:sp>
      <p:sp>
        <p:nvSpPr>
          <p:cNvPr id="916" name="Google Shape;916;p41"/>
          <p:cNvSpPr txBox="1"/>
          <p:nvPr/>
        </p:nvSpPr>
        <p:spPr>
          <a:xfrm>
            <a:off x="4833425" y="1627925"/>
            <a:ext cx="3393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917" name="Google Shape;917;p41"/>
          <p:cNvSpPr txBox="1"/>
          <p:nvPr/>
        </p:nvSpPr>
        <p:spPr>
          <a:xfrm>
            <a:off x="5112700" y="1725350"/>
            <a:ext cx="38385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918" name="Google Shape;918;p41"/>
          <p:cNvSpPr txBox="1"/>
          <p:nvPr/>
        </p:nvSpPr>
        <p:spPr>
          <a:xfrm>
            <a:off x="5112700" y="2187200"/>
            <a:ext cx="3952800" cy="4155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919" name="Google Shape;919;p41"/>
          <p:cNvSpPr txBox="1"/>
          <p:nvPr/>
        </p:nvSpPr>
        <p:spPr>
          <a:xfrm>
            <a:off x="1348850" y="3386525"/>
            <a:ext cx="5944800" cy="4155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rgbClr val="3C78D8"/>
              </a:buClr>
              <a:buSzPts val="1500"/>
              <a:buFont typeface="Poppins"/>
              <a:buChar char="●"/>
            </a:pPr>
            <a:r>
              <a:t/>
            </a:r>
            <a:endParaRPr sz="1500">
              <a:solidFill>
                <a:srgbClr val="3C78D8"/>
              </a:solidFill>
              <a:latin typeface="Poppins"/>
              <a:ea typeface="Poppins"/>
              <a:cs typeface="Poppins"/>
              <a:sym typeface="Poppins"/>
            </a:endParaRPr>
          </a:p>
        </p:txBody>
      </p:sp>
      <p:sp>
        <p:nvSpPr>
          <p:cNvPr id="920" name="Google Shape;920;p41"/>
          <p:cNvSpPr txBox="1"/>
          <p:nvPr/>
        </p:nvSpPr>
        <p:spPr>
          <a:xfrm>
            <a:off x="1258463" y="3446800"/>
            <a:ext cx="6946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sp>
        <p:nvSpPr>
          <p:cNvPr id="921" name="Google Shape;921;p41"/>
          <p:cNvSpPr txBox="1"/>
          <p:nvPr/>
        </p:nvSpPr>
        <p:spPr>
          <a:xfrm>
            <a:off x="949850" y="3417675"/>
            <a:ext cx="7417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500">
              <a:solidFill>
                <a:srgbClr val="3C78D8"/>
              </a:solidFill>
              <a:latin typeface="Poppins"/>
              <a:ea typeface="Poppins"/>
              <a:cs typeface="Poppins"/>
              <a:sym typeface="Poppins"/>
            </a:endParaRPr>
          </a:p>
        </p:txBody>
      </p:sp>
      <p:pic>
        <p:nvPicPr>
          <p:cNvPr id="922" name="Google Shape;922;p41"/>
          <p:cNvPicPr preferRelativeResize="0"/>
          <p:nvPr/>
        </p:nvPicPr>
        <p:blipFill>
          <a:blip r:embed="rId3">
            <a:alphaModFix/>
          </a:blip>
          <a:stretch>
            <a:fillRect/>
          </a:stretch>
        </p:blipFill>
        <p:spPr>
          <a:xfrm>
            <a:off x="464675" y="1395075"/>
            <a:ext cx="5190251" cy="2806200"/>
          </a:xfrm>
          <a:prstGeom prst="rect">
            <a:avLst/>
          </a:prstGeom>
          <a:noFill/>
          <a:ln>
            <a:noFill/>
          </a:ln>
        </p:spPr>
      </p:pic>
      <p:sp>
        <p:nvSpPr>
          <p:cNvPr id="923" name="Google Shape;923;p41"/>
          <p:cNvSpPr txBox="1"/>
          <p:nvPr/>
        </p:nvSpPr>
        <p:spPr>
          <a:xfrm>
            <a:off x="5654925" y="1283700"/>
            <a:ext cx="3109800" cy="2576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When the birdie touches blue balloon, increment the score by 1.</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Play a bubble pop sound </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Display which color balloon is  popped !</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Display the score also.</a:t>
            </a:r>
            <a:endParaRPr sz="1500">
              <a:solidFill>
                <a:srgbClr val="3C78D8"/>
              </a:solidFill>
              <a:latin typeface="Poppins"/>
              <a:ea typeface="Poppins"/>
              <a:cs typeface="Poppins"/>
              <a:sym typeface="Poppins"/>
            </a:endParaRPr>
          </a:p>
          <a:p>
            <a:pPr indent="-323850" lvl="0" marL="457200" rtl="0" algn="l">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Make the balloon jump to random locations. </a:t>
            </a:r>
            <a:endParaRPr sz="1500">
              <a:solidFill>
                <a:srgbClr val="3C78D8"/>
              </a:solidFill>
              <a:latin typeface="Poppins"/>
              <a:ea typeface="Poppins"/>
              <a:cs typeface="Poppins"/>
              <a:sym typeface="Poppins"/>
            </a:endParaRPr>
          </a:p>
        </p:txBody>
      </p:sp>
      <p:sp>
        <p:nvSpPr>
          <p:cNvPr id="924" name="Google Shape;924;p41"/>
          <p:cNvSpPr txBox="1"/>
          <p:nvPr/>
        </p:nvSpPr>
        <p:spPr>
          <a:xfrm>
            <a:off x="552025" y="704600"/>
            <a:ext cx="5679600" cy="3693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GB" sz="1200">
                <a:solidFill>
                  <a:schemeClr val="dk1"/>
                </a:solidFill>
              </a:rPr>
              <a:t>Code Blocks when Birdie touches BlueBallooon</a:t>
            </a:r>
            <a:endParaRPr/>
          </a:p>
        </p:txBody>
      </p:sp>
      <p:sp>
        <p:nvSpPr>
          <p:cNvPr id="925" name="Google Shape;925;p41"/>
          <p:cNvSpPr txBox="1"/>
          <p:nvPr/>
        </p:nvSpPr>
        <p:spPr>
          <a:xfrm>
            <a:off x="1964300" y="677775"/>
            <a:ext cx="5047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42"/>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931" name="Google Shape;931;p42"/>
          <p:cNvGrpSpPr/>
          <p:nvPr/>
        </p:nvGrpSpPr>
        <p:grpSpPr>
          <a:xfrm>
            <a:off x="0" y="0"/>
            <a:ext cx="1540509" cy="1395081"/>
            <a:chOff x="-1" y="-1"/>
            <a:chExt cx="2539998" cy="2387610"/>
          </a:xfrm>
        </p:grpSpPr>
        <p:sp>
          <p:nvSpPr>
            <p:cNvPr id="932" name="Google Shape;932;p42"/>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933" name="Google Shape;933;p42"/>
            <p:cNvGrpSpPr/>
            <p:nvPr/>
          </p:nvGrpSpPr>
          <p:grpSpPr>
            <a:xfrm>
              <a:off x="180250" y="237004"/>
              <a:ext cx="2215000" cy="1884429"/>
              <a:chOff x="0" y="-1"/>
              <a:chExt cx="2215000" cy="1884429"/>
            </a:xfrm>
          </p:grpSpPr>
          <p:sp>
            <p:nvSpPr>
              <p:cNvPr id="934" name="Google Shape;934;p42"/>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35" name="Google Shape;935;p42"/>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36" name="Google Shape;936;p42"/>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937" name="Google Shape;937;p42"/>
          <p:cNvGrpSpPr/>
          <p:nvPr/>
        </p:nvGrpSpPr>
        <p:grpSpPr>
          <a:xfrm>
            <a:off x="7469873" y="3853757"/>
            <a:ext cx="1674074" cy="1326259"/>
            <a:chOff x="-2" y="-1"/>
            <a:chExt cx="2837895" cy="2438424"/>
          </a:xfrm>
        </p:grpSpPr>
        <p:sp>
          <p:nvSpPr>
            <p:cNvPr id="938" name="Google Shape;938;p42"/>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939" name="Google Shape;939;p42"/>
            <p:cNvGrpSpPr/>
            <p:nvPr/>
          </p:nvGrpSpPr>
          <p:grpSpPr>
            <a:xfrm>
              <a:off x="-2" y="183652"/>
              <a:ext cx="2448159" cy="1884384"/>
              <a:chOff x="-1" y="-1"/>
              <a:chExt cx="2448159" cy="1884384"/>
            </a:xfrm>
          </p:grpSpPr>
          <p:sp>
            <p:nvSpPr>
              <p:cNvPr id="940" name="Google Shape;940;p42"/>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41" name="Google Shape;941;p42"/>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42" name="Google Shape;942;p42"/>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943" name="Google Shape;943;p42"/>
          <p:cNvSpPr/>
          <p:nvPr/>
        </p:nvSpPr>
        <p:spPr>
          <a:xfrm>
            <a:off x="388200" y="836424"/>
            <a:ext cx="8562996" cy="2864808"/>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944" name="Google Shape;944;p42"/>
          <p:cNvGrpSpPr/>
          <p:nvPr/>
        </p:nvGrpSpPr>
        <p:grpSpPr>
          <a:xfrm>
            <a:off x="-2" y="3951490"/>
            <a:ext cx="3141293" cy="1192012"/>
            <a:chOff x="-2" y="0"/>
            <a:chExt cx="5584520" cy="2119132"/>
          </a:xfrm>
        </p:grpSpPr>
        <p:sp>
          <p:nvSpPr>
            <p:cNvPr id="945" name="Google Shape;945;p42"/>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46" name="Google Shape;946;p42"/>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947" name="Google Shape;947;p42"/>
          <p:cNvSpPr txBox="1"/>
          <p:nvPr/>
        </p:nvSpPr>
        <p:spPr>
          <a:xfrm>
            <a:off x="3601449" y="253675"/>
            <a:ext cx="2285100" cy="3849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b="1" lang="en-GB" sz="2500">
                <a:solidFill>
                  <a:srgbClr val="0066FF"/>
                </a:solidFill>
                <a:latin typeface="Poppins"/>
                <a:ea typeface="Poppins"/>
                <a:cs typeface="Poppins"/>
                <a:sym typeface="Poppins"/>
              </a:rPr>
              <a:t>Assessment 2</a:t>
            </a:r>
            <a:endParaRPr b="1" i="0" sz="3500" u="none" cap="none" strike="noStrike">
              <a:solidFill>
                <a:srgbClr val="0066FF"/>
              </a:solidFill>
              <a:latin typeface="Poppins"/>
              <a:ea typeface="Poppins"/>
              <a:cs typeface="Poppins"/>
              <a:sym typeface="Poppins"/>
            </a:endParaRPr>
          </a:p>
        </p:txBody>
      </p:sp>
      <p:sp>
        <p:nvSpPr>
          <p:cNvPr id="948" name="Google Shape;948;p42"/>
          <p:cNvSpPr txBox="1"/>
          <p:nvPr/>
        </p:nvSpPr>
        <p:spPr>
          <a:xfrm>
            <a:off x="588650" y="1130175"/>
            <a:ext cx="8162100" cy="2412600"/>
          </a:xfrm>
          <a:prstGeom prst="rect">
            <a:avLst/>
          </a:prstGeom>
          <a:noFill/>
          <a:ln>
            <a:noFill/>
          </a:ln>
        </p:spPr>
        <p:txBody>
          <a:bodyPr anchorCtr="0" anchor="t" bIns="51425" lIns="51425" spcFirstLastPara="1" rIns="51425" wrap="square" tIns="51425">
            <a:spAutoFit/>
          </a:bodyPr>
          <a:lstStyle/>
          <a:p>
            <a:pPr indent="0" lvl="0" marL="0" rtl="0" algn="l">
              <a:lnSpc>
                <a:spcPct val="150000"/>
              </a:lnSpc>
              <a:spcBef>
                <a:spcPts val="0"/>
              </a:spcBef>
              <a:spcAft>
                <a:spcPts val="0"/>
              </a:spcAft>
              <a:buNone/>
            </a:pPr>
            <a:r>
              <a:rPr lang="en-GB" sz="1500">
                <a:solidFill>
                  <a:schemeClr val="dk1"/>
                </a:solidFill>
                <a:latin typeface="Poppins"/>
                <a:ea typeface="Poppins"/>
                <a:cs typeface="Poppins"/>
                <a:sym typeface="Poppins"/>
              </a:rPr>
              <a:t>Ask the student the following questions to check the pace of the</a:t>
            </a:r>
            <a:r>
              <a:rPr lang="en-GB" sz="1500">
                <a:solidFill>
                  <a:schemeClr val="dk1"/>
                </a:solidFill>
                <a:latin typeface="Poppins"/>
                <a:ea typeface="Poppins"/>
                <a:cs typeface="Poppins"/>
                <a:sym typeface="Poppins"/>
              </a:rPr>
              <a:t> learner.</a:t>
            </a:r>
            <a:endParaRPr sz="15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15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rPr lang="en-GB" sz="1500">
                <a:solidFill>
                  <a:schemeClr val="dk1"/>
                </a:solidFill>
                <a:latin typeface="Poppins"/>
                <a:ea typeface="Poppins"/>
                <a:cs typeface="Poppins"/>
                <a:sym typeface="Poppins"/>
              </a:rPr>
              <a:t>Create a simple screen with a few balloons sprites in it. If any of these balloons touch the edges of the screen then a balloon pop sound should be heard.</a:t>
            </a:r>
            <a:endParaRPr sz="15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n-GB" sz="1500">
                <a:solidFill>
                  <a:srgbClr val="3C78D8"/>
                </a:solidFill>
                <a:highlight>
                  <a:srgbClr val="FFFF00"/>
                </a:highlight>
                <a:latin typeface="Poppins"/>
                <a:ea typeface="Poppins"/>
                <a:cs typeface="Poppins"/>
                <a:sym typeface="Poppins"/>
              </a:rPr>
              <a:t>[8 marks]</a:t>
            </a:r>
            <a:endParaRPr sz="1500">
              <a:solidFill>
                <a:srgbClr val="3C78D8"/>
              </a:solidFill>
              <a:latin typeface="Poppins"/>
              <a:ea typeface="Poppins"/>
              <a:cs typeface="Poppins"/>
              <a:sym typeface="Poppins"/>
            </a:endParaRPr>
          </a:p>
          <a:p>
            <a:pPr indent="0" lvl="0" marL="0" rtl="0" algn="l">
              <a:lnSpc>
                <a:spcPct val="150000"/>
              </a:lnSpc>
              <a:spcBef>
                <a:spcPts val="0"/>
              </a:spcBef>
              <a:spcAft>
                <a:spcPts val="0"/>
              </a:spcAft>
              <a:buNone/>
            </a:pPr>
            <a:r>
              <a:rPr lang="en-GB" sz="1500">
                <a:solidFill>
                  <a:schemeClr val="dk1"/>
                </a:solidFill>
                <a:latin typeface="Poppins"/>
                <a:ea typeface="Poppins"/>
                <a:cs typeface="Poppins"/>
                <a:sym typeface="Poppins"/>
              </a:rPr>
              <a:t>(This is an assessment to recall the concepts learnt so far. Follow the checkpoint after this).</a:t>
            </a:r>
            <a:endParaRPr sz="1500">
              <a:solidFill>
                <a:schemeClr val="dk1"/>
              </a:solidFill>
              <a:latin typeface="Poppins"/>
              <a:ea typeface="Poppins"/>
              <a:cs typeface="Poppins"/>
              <a:sym typeface="Poppins"/>
            </a:endParaRPr>
          </a:p>
        </p:txBody>
      </p:sp>
      <p:sp>
        <p:nvSpPr>
          <p:cNvPr id="949" name="Google Shape;949;p42"/>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3" name="Shape 953"/>
        <p:cNvGrpSpPr/>
        <p:nvPr/>
      </p:nvGrpSpPr>
      <p:grpSpPr>
        <a:xfrm>
          <a:off x="0" y="0"/>
          <a:ext cx="0" cy="0"/>
          <a:chOff x="0" y="0"/>
          <a:chExt cx="0" cy="0"/>
        </a:xfrm>
      </p:grpSpPr>
      <p:sp>
        <p:nvSpPr>
          <p:cNvPr id="954" name="Google Shape;954;p43"/>
          <p:cNvSpPr/>
          <p:nvPr/>
        </p:nvSpPr>
        <p:spPr>
          <a:xfrm>
            <a:off x="3947512" y="740933"/>
            <a:ext cx="1596294" cy="1471446"/>
          </a:xfrm>
          <a:custGeom>
            <a:rect b="b" l="l" r="r" t="t"/>
            <a:pathLst>
              <a:path extrusionOk="0" h="21600" w="21600">
                <a:moveTo>
                  <a:pt x="8780" y="21600"/>
                </a:moveTo>
                <a:lnTo>
                  <a:pt x="8310" y="21577"/>
                </a:lnTo>
                <a:lnTo>
                  <a:pt x="7850" y="21526"/>
                </a:lnTo>
                <a:lnTo>
                  <a:pt x="7400" y="21444"/>
                </a:lnTo>
                <a:lnTo>
                  <a:pt x="6961" y="21329"/>
                </a:lnTo>
                <a:lnTo>
                  <a:pt x="6532" y="21182"/>
                </a:lnTo>
                <a:lnTo>
                  <a:pt x="6116" y="21003"/>
                </a:lnTo>
                <a:lnTo>
                  <a:pt x="5711" y="20792"/>
                </a:lnTo>
                <a:lnTo>
                  <a:pt x="5318" y="20552"/>
                </a:lnTo>
                <a:lnTo>
                  <a:pt x="4938" y="20287"/>
                </a:lnTo>
                <a:lnTo>
                  <a:pt x="4569" y="19998"/>
                </a:lnTo>
                <a:lnTo>
                  <a:pt x="4212" y="19689"/>
                </a:lnTo>
                <a:lnTo>
                  <a:pt x="3868" y="19360"/>
                </a:lnTo>
                <a:lnTo>
                  <a:pt x="3537" y="19015"/>
                </a:lnTo>
                <a:lnTo>
                  <a:pt x="3218" y="18657"/>
                </a:lnTo>
                <a:lnTo>
                  <a:pt x="2911" y="18287"/>
                </a:lnTo>
                <a:lnTo>
                  <a:pt x="2618" y="17909"/>
                </a:lnTo>
                <a:lnTo>
                  <a:pt x="2337" y="17524"/>
                </a:lnTo>
                <a:lnTo>
                  <a:pt x="2044" y="17106"/>
                </a:lnTo>
                <a:lnTo>
                  <a:pt x="1767" y="16682"/>
                </a:lnTo>
                <a:lnTo>
                  <a:pt x="1507" y="16255"/>
                </a:lnTo>
                <a:lnTo>
                  <a:pt x="1263" y="15823"/>
                </a:lnTo>
                <a:lnTo>
                  <a:pt x="1039" y="15386"/>
                </a:lnTo>
                <a:lnTo>
                  <a:pt x="833" y="14947"/>
                </a:lnTo>
                <a:lnTo>
                  <a:pt x="648" y="14504"/>
                </a:lnTo>
                <a:lnTo>
                  <a:pt x="485" y="14057"/>
                </a:lnTo>
                <a:lnTo>
                  <a:pt x="343" y="13608"/>
                </a:lnTo>
                <a:lnTo>
                  <a:pt x="225" y="13156"/>
                </a:lnTo>
                <a:lnTo>
                  <a:pt x="130" y="12702"/>
                </a:lnTo>
                <a:lnTo>
                  <a:pt x="61" y="12246"/>
                </a:lnTo>
                <a:lnTo>
                  <a:pt x="18" y="11785"/>
                </a:lnTo>
                <a:lnTo>
                  <a:pt x="0" y="11324"/>
                </a:lnTo>
                <a:lnTo>
                  <a:pt x="7" y="10862"/>
                </a:lnTo>
                <a:lnTo>
                  <a:pt x="39" y="10400"/>
                </a:lnTo>
                <a:lnTo>
                  <a:pt x="93" y="9941"/>
                </a:lnTo>
                <a:lnTo>
                  <a:pt x="171" y="9483"/>
                </a:lnTo>
                <a:lnTo>
                  <a:pt x="270" y="9029"/>
                </a:lnTo>
                <a:lnTo>
                  <a:pt x="390" y="8578"/>
                </a:lnTo>
                <a:lnTo>
                  <a:pt x="530" y="8133"/>
                </a:lnTo>
                <a:lnTo>
                  <a:pt x="690" y="7693"/>
                </a:lnTo>
                <a:lnTo>
                  <a:pt x="869" y="7259"/>
                </a:lnTo>
                <a:lnTo>
                  <a:pt x="1065" y="6832"/>
                </a:lnTo>
                <a:lnTo>
                  <a:pt x="1282" y="6417"/>
                </a:lnTo>
                <a:lnTo>
                  <a:pt x="1517" y="6011"/>
                </a:lnTo>
                <a:lnTo>
                  <a:pt x="1769" y="5612"/>
                </a:lnTo>
                <a:lnTo>
                  <a:pt x="2037" y="5222"/>
                </a:lnTo>
                <a:lnTo>
                  <a:pt x="2321" y="4839"/>
                </a:lnTo>
                <a:lnTo>
                  <a:pt x="2622" y="4465"/>
                </a:lnTo>
                <a:lnTo>
                  <a:pt x="2938" y="4098"/>
                </a:lnTo>
                <a:lnTo>
                  <a:pt x="3269" y="3738"/>
                </a:lnTo>
                <a:lnTo>
                  <a:pt x="3616" y="3386"/>
                </a:lnTo>
                <a:lnTo>
                  <a:pt x="3977" y="3041"/>
                </a:lnTo>
                <a:lnTo>
                  <a:pt x="4352" y="2704"/>
                </a:lnTo>
                <a:lnTo>
                  <a:pt x="4741" y="2373"/>
                </a:lnTo>
                <a:lnTo>
                  <a:pt x="5109" y="2074"/>
                </a:lnTo>
                <a:lnTo>
                  <a:pt x="5489" y="1785"/>
                </a:lnTo>
                <a:lnTo>
                  <a:pt x="5879" y="1507"/>
                </a:lnTo>
                <a:lnTo>
                  <a:pt x="6278" y="1245"/>
                </a:lnTo>
                <a:lnTo>
                  <a:pt x="6685" y="999"/>
                </a:lnTo>
                <a:lnTo>
                  <a:pt x="7099" y="774"/>
                </a:lnTo>
                <a:lnTo>
                  <a:pt x="7519" y="572"/>
                </a:lnTo>
                <a:lnTo>
                  <a:pt x="7944" y="396"/>
                </a:lnTo>
                <a:lnTo>
                  <a:pt x="8372" y="248"/>
                </a:lnTo>
                <a:lnTo>
                  <a:pt x="8803" y="132"/>
                </a:lnTo>
                <a:lnTo>
                  <a:pt x="9235" y="50"/>
                </a:lnTo>
                <a:lnTo>
                  <a:pt x="9668" y="5"/>
                </a:lnTo>
                <a:lnTo>
                  <a:pt x="10099" y="0"/>
                </a:lnTo>
                <a:lnTo>
                  <a:pt x="10529" y="33"/>
                </a:lnTo>
                <a:lnTo>
                  <a:pt x="10959" y="106"/>
                </a:lnTo>
                <a:lnTo>
                  <a:pt x="11389" y="214"/>
                </a:lnTo>
                <a:lnTo>
                  <a:pt x="11820" y="354"/>
                </a:lnTo>
                <a:lnTo>
                  <a:pt x="12254" y="521"/>
                </a:lnTo>
                <a:lnTo>
                  <a:pt x="12691" y="712"/>
                </a:lnTo>
                <a:lnTo>
                  <a:pt x="13132" y="922"/>
                </a:lnTo>
                <a:lnTo>
                  <a:pt x="13579" y="1149"/>
                </a:lnTo>
                <a:lnTo>
                  <a:pt x="14032" y="1388"/>
                </a:lnTo>
                <a:lnTo>
                  <a:pt x="14960" y="1886"/>
                </a:lnTo>
                <a:lnTo>
                  <a:pt x="15437" y="2138"/>
                </a:lnTo>
                <a:lnTo>
                  <a:pt x="15924" y="2387"/>
                </a:lnTo>
                <a:lnTo>
                  <a:pt x="16386" y="2612"/>
                </a:lnTo>
                <a:lnTo>
                  <a:pt x="17784" y="3270"/>
                </a:lnTo>
                <a:lnTo>
                  <a:pt x="18240" y="3491"/>
                </a:lnTo>
                <a:lnTo>
                  <a:pt x="18684" y="3717"/>
                </a:lnTo>
                <a:lnTo>
                  <a:pt x="19112" y="3948"/>
                </a:lnTo>
                <a:lnTo>
                  <a:pt x="19519" y="4188"/>
                </a:lnTo>
                <a:lnTo>
                  <a:pt x="19901" y="4438"/>
                </a:lnTo>
                <a:lnTo>
                  <a:pt x="20254" y="4701"/>
                </a:lnTo>
                <a:lnTo>
                  <a:pt x="20572" y="4978"/>
                </a:lnTo>
                <a:lnTo>
                  <a:pt x="20853" y="5272"/>
                </a:lnTo>
                <a:lnTo>
                  <a:pt x="21091" y="5585"/>
                </a:lnTo>
                <a:lnTo>
                  <a:pt x="21282" y="5919"/>
                </a:lnTo>
                <a:lnTo>
                  <a:pt x="21427" y="6274"/>
                </a:lnTo>
                <a:lnTo>
                  <a:pt x="21526" y="6651"/>
                </a:lnTo>
                <a:lnTo>
                  <a:pt x="21582" y="7047"/>
                </a:lnTo>
                <a:lnTo>
                  <a:pt x="21600" y="7460"/>
                </a:lnTo>
                <a:lnTo>
                  <a:pt x="21585" y="7889"/>
                </a:lnTo>
                <a:lnTo>
                  <a:pt x="21541" y="8332"/>
                </a:lnTo>
                <a:lnTo>
                  <a:pt x="21473" y="8788"/>
                </a:lnTo>
                <a:lnTo>
                  <a:pt x="21385" y="9254"/>
                </a:lnTo>
                <a:lnTo>
                  <a:pt x="21282" y="9729"/>
                </a:lnTo>
                <a:lnTo>
                  <a:pt x="21167" y="10211"/>
                </a:lnTo>
                <a:lnTo>
                  <a:pt x="20923" y="11190"/>
                </a:lnTo>
                <a:lnTo>
                  <a:pt x="20803" y="11684"/>
                </a:lnTo>
                <a:lnTo>
                  <a:pt x="20689" y="12178"/>
                </a:lnTo>
                <a:lnTo>
                  <a:pt x="20588" y="12671"/>
                </a:lnTo>
                <a:lnTo>
                  <a:pt x="20494" y="13161"/>
                </a:lnTo>
                <a:lnTo>
                  <a:pt x="20319" y="14124"/>
                </a:lnTo>
                <a:lnTo>
                  <a:pt x="20231" y="14594"/>
                </a:lnTo>
                <a:lnTo>
                  <a:pt x="20138" y="15055"/>
                </a:lnTo>
                <a:lnTo>
                  <a:pt x="20038" y="15504"/>
                </a:lnTo>
                <a:lnTo>
                  <a:pt x="19928" y="15941"/>
                </a:lnTo>
                <a:lnTo>
                  <a:pt x="19804" y="16363"/>
                </a:lnTo>
                <a:lnTo>
                  <a:pt x="19664" y="16770"/>
                </a:lnTo>
                <a:lnTo>
                  <a:pt x="19505" y="17159"/>
                </a:lnTo>
                <a:lnTo>
                  <a:pt x="19323" y="17529"/>
                </a:lnTo>
                <a:lnTo>
                  <a:pt x="19115" y="17879"/>
                </a:lnTo>
                <a:lnTo>
                  <a:pt x="18879" y="18206"/>
                </a:lnTo>
                <a:lnTo>
                  <a:pt x="18590" y="18532"/>
                </a:lnTo>
                <a:lnTo>
                  <a:pt x="18267" y="18833"/>
                </a:lnTo>
                <a:lnTo>
                  <a:pt x="17912" y="19109"/>
                </a:lnTo>
                <a:lnTo>
                  <a:pt x="17529" y="19363"/>
                </a:lnTo>
                <a:lnTo>
                  <a:pt x="17120" y="19596"/>
                </a:lnTo>
                <a:lnTo>
                  <a:pt x="16688" y="19810"/>
                </a:lnTo>
                <a:lnTo>
                  <a:pt x="16237" y="20007"/>
                </a:lnTo>
                <a:lnTo>
                  <a:pt x="15768" y="20188"/>
                </a:lnTo>
                <a:lnTo>
                  <a:pt x="15285" y="20355"/>
                </a:lnTo>
                <a:lnTo>
                  <a:pt x="14790" y="20511"/>
                </a:lnTo>
                <a:lnTo>
                  <a:pt x="14287" y="20655"/>
                </a:lnTo>
                <a:lnTo>
                  <a:pt x="13778" y="20791"/>
                </a:lnTo>
                <a:lnTo>
                  <a:pt x="13266" y="20920"/>
                </a:lnTo>
                <a:lnTo>
                  <a:pt x="12754" y="21046"/>
                </a:lnTo>
                <a:lnTo>
                  <a:pt x="12244" y="21165"/>
                </a:lnTo>
                <a:lnTo>
                  <a:pt x="11736" y="21275"/>
                </a:lnTo>
                <a:lnTo>
                  <a:pt x="11230" y="21372"/>
                </a:lnTo>
                <a:lnTo>
                  <a:pt x="10729" y="21456"/>
                </a:lnTo>
                <a:lnTo>
                  <a:pt x="10232" y="21522"/>
                </a:lnTo>
                <a:lnTo>
                  <a:pt x="9741" y="21570"/>
                </a:lnTo>
                <a:lnTo>
                  <a:pt x="9257" y="21597"/>
                </a:lnTo>
                <a:lnTo>
                  <a:pt x="878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55" name="Google Shape;955;p43"/>
          <p:cNvSpPr txBox="1"/>
          <p:nvPr/>
        </p:nvSpPr>
        <p:spPr>
          <a:xfrm>
            <a:off x="2762274" y="2835296"/>
            <a:ext cx="3627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Poppins"/>
              <a:buNone/>
            </a:pPr>
            <a:r>
              <a:t/>
            </a:r>
            <a:endParaRPr b="0" i="0" sz="1400" u="none" cap="none" strike="noStrike">
              <a:solidFill>
                <a:srgbClr val="000000"/>
              </a:solidFill>
              <a:latin typeface="Arial"/>
              <a:ea typeface="Arial"/>
              <a:cs typeface="Arial"/>
              <a:sym typeface="Arial"/>
            </a:endParaRPr>
          </a:p>
        </p:txBody>
      </p:sp>
      <p:sp>
        <p:nvSpPr>
          <p:cNvPr id="956" name="Google Shape;956;p43"/>
          <p:cNvSpPr/>
          <p:nvPr/>
        </p:nvSpPr>
        <p:spPr>
          <a:xfrm>
            <a:off x="307220" y="2833175"/>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57" name="Google Shape;957;p43"/>
          <p:cNvSpPr/>
          <p:nvPr/>
        </p:nvSpPr>
        <p:spPr>
          <a:xfrm>
            <a:off x="703436" y="3463222"/>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58" name="Google Shape;958;p43"/>
          <p:cNvSpPr/>
          <p:nvPr/>
        </p:nvSpPr>
        <p:spPr>
          <a:xfrm>
            <a:off x="1121568" y="329326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8" id="959" name="Google Shape;959;p43"/>
          <p:cNvPicPr preferRelativeResize="0"/>
          <p:nvPr/>
        </p:nvPicPr>
        <p:blipFill rotWithShape="1">
          <a:blip r:embed="rId3">
            <a:alphaModFix/>
          </a:blip>
          <a:srcRect b="0" l="0" r="0" t="0"/>
          <a:stretch/>
        </p:blipFill>
        <p:spPr>
          <a:xfrm>
            <a:off x="800100" y="2571750"/>
            <a:ext cx="64293" cy="64293"/>
          </a:xfrm>
          <a:prstGeom prst="rect">
            <a:avLst/>
          </a:prstGeom>
          <a:noFill/>
          <a:ln>
            <a:noFill/>
          </a:ln>
        </p:spPr>
      </p:pic>
      <p:pic>
        <p:nvPicPr>
          <p:cNvPr descr="object 9" id="960" name="Google Shape;960;p43"/>
          <p:cNvPicPr preferRelativeResize="0"/>
          <p:nvPr/>
        </p:nvPicPr>
        <p:blipFill rotWithShape="1">
          <a:blip r:embed="rId3">
            <a:alphaModFix/>
          </a:blip>
          <a:srcRect b="0" l="0" r="0" t="0"/>
          <a:stretch/>
        </p:blipFill>
        <p:spPr>
          <a:xfrm>
            <a:off x="921544" y="2571750"/>
            <a:ext cx="64293" cy="64293"/>
          </a:xfrm>
          <a:prstGeom prst="rect">
            <a:avLst/>
          </a:prstGeom>
          <a:noFill/>
          <a:ln>
            <a:noFill/>
          </a:ln>
        </p:spPr>
      </p:pic>
      <p:pic>
        <p:nvPicPr>
          <p:cNvPr descr="object 10" id="961" name="Google Shape;961;p43"/>
          <p:cNvPicPr preferRelativeResize="0"/>
          <p:nvPr/>
        </p:nvPicPr>
        <p:blipFill rotWithShape="1">
          <a:blip r:embed="rId3">
            <a:alphaModFix/>
          </a:blip>
          <a:srcRect b="0" l="0" r="0" t="0"/>
          <a:stretch/>
        </p:blipFill>
        <p:spPr>
          <a:xfrm>
            <a:off x="857250" y="2457450"/>
            <a:ext cx="64293" cy="64293"/>
          </a:xfrm>
          <a:prstGeom prst="rect">
            <a:avLst/>
          </a:prstGeom>
          <a:noFill/>
          <a:ln>
            <a:noFill/>
          </a:ln>
        </p:spPr>
      </p:pic>
      <p:grpSp>
        <p:nvGrpSpPr>
          <p:cNvPr id="962" name="Google Shape;962;p43"/>
          <p:cNvGrpSpPr/>
          <p:nvPr/>
        </p:nvGrpSpPr>
        <p:grpSpPr>
          <a:xfrm>
            <a:off x="-1" y="-1"/>
            <a:ext cx="2336020" cy="2278854"/>
            <a:chOff x="-1" y="-1"/>
            <a:chExt cx="4152924" cy="4051296"/>
          </a:xfrm>
        </p:grpSpPr>
        <p:sp>
          <p:nvSpPr>
            <p:cNvPr id="963" name="Google Shape;963;p43"/>
            <p:cNvSpPr/>
            <p:nvPr/>
          </p:nvSpPr>
          <p:spPr>
            <a:xfrm>
              <a:off x="-1" y="-1"/>
              <a:ext cx="4152924" cy="4051296"/>
            </a:xfrm>
            <a:custGeom>
              <a:rect b="b" l="l" r="r" t="t"/>
              <a:pathLst>
                <a:path extrusionOk="0" h="21600" w="21600">
                  <a:moveTo>
                    <a:pt x="8290" y="21600"/>
                  </a:moveTo>
                  <a:lnTo>
                    <a:pt x="7963" y="21596"/>
                  </a:lnTo>
                  <a:lnTo>
                    <a:pt x="7637" y="21584"/>
                  </a:lnTo>
                  <a:lnTo>
                    <a:pt x="7311" y="21563"/>
                  </a:lnTo>
                  <a:lnTo>
                    <a:pt x="6985" y="21534"/>
                  </a:lnTo>
                  <a:lnTo>
                    <a:pt x="6661" y="21497"/>
                  </a:lnTo>
                  <a:lnTo>
                    <a:pt x="6337" y="21452"/>
                  </a:lnTo>
                  <a:lnTo>
                    <a:pt x="6014" y="21399"/>
                  </a:lnTo>
                  <a:lnTo>
                    <a:pt x="5693" y="21338"/>
                  </a:lnTo>
                  <a:lnTo>
                    <a:pt x="5374" y="21268"/>
                  </a:lnTo>
                  <a:lnTo>
                    <a:pt x="5056" y="21191"/>
                  </a:lnTo>
                  <a:lnTo>
                    <a:pt x="4740" y="21106"/>
                  </a:lnTo>
                  <a:lnTo>
                    <a:pt x="4426" y="21012"/>
                  </a:lnTo>
                  <a:lnTo>
                    <a:pt x="4115" y="20911"/>
                  </a:lnTo>
                  <a:lnTo>
                    <a:pt x="3806" y="20802"/>
                  </a:lnTo>
                  <a:lnTo>
                    <a:pt x="3500" y="20686"/>
                  </a:lnTo>
                  <a:lnTo>
                    <a:pt x="3196" y="20561"/>
                  </a:lnTo>
                  <a:lnTo>
                    <a:pt x="2896" y="20429"/>
                  </a:lnTo>
                  <a:lnTo>
                    <a:pt x="2599" y="20290"/>
                  </a:lnTo>
                  <a:lnTo>
                    <a:pt x="2306" y="20143"/>
                  </a:lnTo>
                  <a:lnTo>
                    <a:pt x="2016" y="19989"/>
                  </a:lnTo>
                  <a:lnTo>
                    <a:pt x="1729" y="19827"/>
                  </a:lnTo>
                  <a:lnTo>
                    <a:pt x="1447" y="19659"/>
                  </a:lnTo>
                  <a:lnTo>
                    <a:pt x="1169" y="19483"/>
                  </a:lnTo>
                  <a:lnTo>
                    <a:pt x="895" y="19301"/>
                  </a:lnTo>
                  <a:lnTo>
                    <a:pt x="626" y="19111"/>
                  </a:lnTo>
                  <a:lnTo>
                    <a:pt x="361" y="18915"/>
                  </a:lnTo>
                  <a:lnTo>
                    <a:pt x="101" y="18712"/>
                  </a:lnTo>
                  <a:lnTo>
                    <a:pt x="0" y="18630"/>
                  </a:lnTo>
                  <a:lnTo>
                    <a:pt x="0" y="0"/>
                  </a:lnTo>
                  <a:lnTo>
                    <a:pt x="19103" y="0"/>
                  </a:lnTo>
                  <a:lnTo>
                    <a:pt x="19172" y="100"/>
                  </a:lnTo>
                  <a:lnTo>
                    <a:pt x="19357" y="376"/>
                  </a:lnTo>
                  <a:lnTo>
                    <a:pt x="19535" y="657"/>
                  </a:lnTo>
                  <a:lnTo>
                    <a:pt x="19706" y="942"/>
                  </a:lnTo>
                  <a:lnTo>
                    <a:pt x="19871" y="1231"/>
                  </a:lnTo>
                  <a:lnTo>
                    <a:pt x="20028" y="1524"/>
                  </a:lnTo>
                  <a:lnTo>
                    <a:pt x="20179" y="1822"/>
                  </a:lnTo>
                  <a:lnTo>
                    <a:pt x="20322" y="2123"/>
                  </a:lnTo>
                  <a:lnTo>
                    <a:pt x="20458" y="2427"/>
                  </a:lnTo>
                  <a:lnTo>
                    <a:pt x="20587" y="2735"/>
                  </a:lnTo>
                  <a:lnTo>
                    <a:pt x="20708" y="3046"/>
                  </a:lnTo>
                  <a:lnTo>
                    <a:pt x="20822" y="3360"/>
                  </a:lnTo>
                  <a:lnTo>
                    <a:pt x="20928" y="3676"/>
                  </a:lnTo>
                  <a:lnTo>
                    <a:pt x="21027" y="3995"/>
                  </a:lnTo>
                  <a:lnTo>
                    <a:pt x="21118" y="4317"/>
                  </a:lnTo>
                  <a:lnTo>
                    <a:pt x="21201" y="4641"/>
                  </a:lnTo>
                  <a:lnTo>
                    <a:pt x="21277" y="4967"/>
                  </a:lnTo>
                  <a:lnTo>
                    <a:pt x="21344" y="5294"/>
                  </a:lnTo>
                  <a:lnTo>
                    <a:pt x="21404" y="5624"/>
                  </a:lnTo>
                  <a:lnTo>
                    <a:pt x="21456" y="5954"/>
                  </a:lnTo>
                  <a:lnTo>
                    <a:pt x="21500" y="6286"/>
                  </a:lnTo>
                  <a:lnTo>
                    <a:pt x="21536" y="6619"/>
                  </a:lnTo>
                  <a:lnTo>
                    <a:pt x="21564" y="6952"/>
                  </a:lnTo>
                  <a:lnTo>
                    <a:pt x="21584" y="7287"/>
                  </a:lnTo>
                  <a:lnTo>
                    <a:pt x="21596" y="7621"/>
                  </a:lnTo>
                  <a:lnTo>
                    <a:pt x="21600" y="7956"/>
                  </a:lnTo>
                  <a:lnTo>
                    <a:pt x="21599" y="8124"/>
                  </a:lnTo>
                  <a:lnTo>
                    <a:pt x="21591" y="8458"/>
                  </a:lnTo>
                  <a:lnTo>
                    <a:pt x="21575" y="8793"/>
                  </a:lnTo>
                  <a:lnTo>
                    <a:pt x="21551" y="9127"/>
                  </a:lnTo>
                  <a:lnTo>
                    <a:pt x="21519" y="9460"/>
                  </a:lnTo>
                  <a:lnTo>
                    <a:pt x="21479" y="9792"/>
                  </a:lnTo>
                  <a:lnTo>
                    <a:pt x="21431" y="10124"/>
                  </a:lnTo>
                  <a:lnTo>
                    <a:pt x="21375" y="10453"/>
                  </a:lnTo>
                  <a:lnTo>
                    <a:pt x="21311" y="10782"/>
                  </a:lnTo>
                  <a:lnTo>
                    <a:pt x="21240" y="11109"/>
                  </a:lnTo>
                  <a:lnTo>
                    <a:pt x="21160" y="11433"/>
                  </a:lnTo>
                  <a:lnTo>
                    <a:pt x="21073" y="11756"/>
                  </a:lnTo>
                  <a:lnTo>
                    <a:pt x="20978" y="12077"/>
                  </a:lnTo>
                  <a:lnTo>
                    <a:pt x="20876" y="12395"/>
                  </a:lnTo>
                  <a:lnTo>
                    <a:pt x="20766" y="12710"/>
                  </a:lnTo>
                  <a:lnTo>
                    <a:pt x="20648" y="13022"/>
                  </a:lnTo>
                  <a:lnTo>
                    <a:pt x="20523" y="13332"/>
                  </a:lnTo>
                  <a:lnTo>
                    <a:pt x="20391" y="13638"/>
                  </a:lnTo>
                  <a:lnTo>
                    <a:pt x="20251" y="13941"/>
                  </a:lnTo>
                  <a:lnTo>
                    <a:pt x="20104" y="14240"/>
                  </a:lnTo>
                  <a:lnTo>
                    <a:pt x="19950" y="14535"/>
                  </a:lnTo>
                  <a:lnTo>
                    <a:pt x="19789" y="14826"/>
                  </a:lnTo>
                  <a:lnTo>
                    <a:pt x="19622" y="15114"/>
                  </a:lnTo>
                  <a:lnTo>
                    <a:pt x="19447" y="15396"/>
                  </a:lnTo>
                  <a:lnTo>
                    <a:pt x="19265" y="15675"/>
                  </a:lnTo>
                  <a:lnTo>
                    <a:pt x="19077" y="15949"/>
                  </a:lnTo>
                  <a:lnTo>
                    <a:pt x="18883" y="16218"/>
                  </a:lnTo>
                  <a:lnTo>
                    <a:pt x="18682" y="16482"/>
                  </a:lnTo>
                  <a:lnTo>
                    <a:pt x="18474" y="16740"/>
                  </a:lnTo>
                  <a:lnTo>
                    <a:pt x="18261" y="16994"/>
                  </a:lnTo>
                  <a:lnTo>
                    <a:pt x="18042" y="17242"/>
                  </a:lnTo>
                  <a:lnTo>
                    <a:pt x="17816" y="17485"/>
                  </a:lnTo>
                  <a:lnTo>
                    <a:pt x="17585" y="17721"/>
                  </a:lnTo>
                  <a:lnTo>
                    <a:pt x="17349" y="17952"/>
                  </a:lnTo>
                  <a:lnTo>
                    <a:pt x="17107" y="18177"/>
                  </a:lnTo>
                  <a:lnTo>
                    <a:pt x="16859" y="18396"/>
                  </a:lnTo>
                  <a:lnTo>
                    <a:pt x="16607" y="18608"/>
                  </a:lnTo>
                  <a:lnTo>
                    <a:pt x="16349" y="18814"/>
                  </a:lnTo>
                  <a:lnTo>
                    <a:pt x="16087" y="19014"/>
                  </a:lnTo>
                  <a:lnTo>
                    <a:pt x="15820" y="19207"/>
                  </a:lnTo>
                  <a:lnTo>
                    <a:pt x="15548" y="19393"/>
                  </a:lnTo>
                  <a:lnTo>
                    <a:pt x="15272" y="19572"/>
                  </a:lnTo>
                  <a:lnTo>
                    <a:pt x="14992" y="19744"/>
                  </a:lnTo>
                  <a:lnTo>
                    <a:pt x="14708" y="19909"/>
                  </a:lnTo>
                  <a:lnTo>
                    <a:pt x="14420" y="20067"/>
                  </a:lnTo>
                  <a:lnTo>
                    <a:pt x="14128" y="20218"/>
                  </a:lnTo>
                  <a:lnTo>
                    <a:pt x="13833" y="20361"/>
                  </a:lnTo>
                  <a:lnTo>
                    <a:pt x="13534" y="20496"/>
                  </a:lnTo>
                  <a:lnTo>
                    <a:pt x="13232" y="20625"/>
                  </a:lnTo>
                  <a:lnTo>
                    <a:pt x="12927" y="20745"/>
                  </a:lnTo>
                  <a:lnTo>
                    <a:pt x="12620" y="20858"/>
                  </a:lnTo>
                  <a:lnTo>
                    <a:pt x="12310" y="20963"/>
                  </a:lnTo>
                  <a:lnTo>
                    <a:pt x="11997" y="21060"/>
                  </a:lnTo>
                  <a:lnTo>
                    <a:pt x="11682" y="21149"/>
                  </a:lnTo>
                  <a:lnTo>
                    <a:pt x="11365" y="21231"/>
                  </a:lnTo>
                  <a:lnTo>
                    <a:pt x="11047" y="21304"/>
                  </a:lnTo>
                  <a:lnTo>
                    <a:pt x="10726" y="21369"/>
                  </a:lnTo>
                  <a:lnTo>
                    <a:pt x="10404" y="21427"/>
                  </a:lnTo>
                  <a:lnTo>
                    <a:pt x="10081" y="21476"/>
                  </a:lnTo>
                  <a:lnTo>
                    <a:pt x="9757" y="21517"/>
                  </a:lnTo>
                  <a:lnTo>
                    <a:pt x="9432" y="21550"/>
                  </a:lnTo>
                  <a:lnTo>
                    <a:pt x="9106" y="21574"/>
                  </a:lnTo>
                  <a:lnTo>
                    <a:pt x="8780" y="21591"/>
                  </a:lnTo>
                  <a:lnTo>
                    <a:pt x="8453" y="21599"/>
                  </a:lnTo>
                  <a:lnTo>
                    <a:pt x="829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964" name="Google Shape;964;p43"/>
            <p:cNvGrpSpPr/>
            <p:nvPr/>
          </p:nvGrpSpPr>
          <p:grpSpPr>
            <a:xfrm>
              <a:off x="250176" y="40155"/>
              <a:ext cx="2448159" cy="3473930"/>
              <a:chOff x="0" y="0"/>
              <a:chExt cx="2448159" cy="3473930"/>
            </a:xfrm>
          </p:grpSpPr>
          <p:sp>
            <p:nvSpPr>
              <p:cNvPr id="965" name="Google Shape;965;p43"/>
              <p:cNvSpPr/>
              <p:nvPr/>
            </p:nvSpPr>
            <p:spPr>
              <a:xfrm>
                <a:off x="0" y="0"/>
                <a:ext cx="540918" cy="563328"/>
              </a:xfrm>
              <a:custGeom>
                <a:rect b="b" l="l" r="r" t="t"/>
                <a:pathLst>
                  <a:path extrusionOk="0" h="21600" w="21600">
                    <a:moveTo>
                      <a:pt x="21600" y="8169"/>
                    </a:moveTo>
                    <a:lnTo>
                      <a:pt x="12987" y="8461"/>
                    </a:lnTo>
                    <a:lnTo>
                      <a:pt x="10364" y="0"/>
                    </a:lnTo>
                    <a:lnTo>
                      <a:pt x="7669" y="8915"/>
                    </a:lnTo>
                    <a:lnTo>
                      <a:pt x="0" y="8916"/>
                    </a:lnTo>
                    <a:lnTo>
                      <a:pt x="6094" y="13469"/>
                    </a:lnTo>
                    <a:lnTo>
                      <a:pt x="2677" y="21600"/>
                    </a:lnTo>
                    <a:lnTo>
                      <a:pt x="10741" y="16167"/>
                    </a:lnTo>
                    <a:lnTo>
                      <a:pt x="18518"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66" name="Google Shape;966;p43"/>
              <p:cNvSpPr/>
              <p:nvPr/>
            </p:nvSpPr>
            <p:spPr>
              <a:xfrm>
                <a:off x="270039" y="1491577"/>
                <a:ext cx="377244" cy="392850"/>
              </a:xfrm>
              <a:custGeom>
                <a:rect b="b" l="l" r="r" t="t"/>
                <a:pathLst>
                  <a:path extrusionOk="0" h="21600" w="21600">
                    <a:moveTo>
                      <a:pt x="21600" y="8169"/>
                    </a:moveTo>
                    <a:lnTo>
                      <a:pt x="12986" y="8461"/>
                    </a:lnTo>
                    <a:lnTo>
                      <a:pt x="10364" y="0"/>
                    </a:lnTo>
                    <a:lnTo>
                      <a:pt x="7669" y="8915"/>
                    </a:lnTo>
                    <a:lnTo>
                      <a:pt x="0" y="8915"/>
                    </a:lnTo>
                    <a:lnTo>
                      <a:pt x="6094" y="13469"/>
                    </a:lnTo>
                    <a:lnTo>
                      <a:pt x="2677" y="21600"/>
                    </a:lnTo>
                    <a:lnTo>
                      <a:pt x="10741" y="16167"/>
                    </a:lnTo>
                    <a:lnTo>
                      <a:pt x="18517" y="21600"/>
                    </a:lnTo>
                    <a:lnTo>
                      <a:pt x="14916"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67" name="Google Shape;967;p43"/>
              <p:cNvSpPr/>
              <p:nvPr/>
            </p:nvSpPr>
            <p:spPr>
              <a:xfrm>
                <a:off x="631063" y="3077516"/>
                <a:ext cx="380646" cy="396414"/>
              </a:xfrm>
              <a:custGeom>
                <a:rect b="b" l="l" r="r" t="t"/>
                <a:pathLst>
                  <a:path extrusionOk="0" h="21600" w="21600">
                    <a:moveTo>
                      <a:pt x="21600" y="8170"/>
                    </a:moveTo>
                    <a:lnTo>
                      <a:pt x="12986" y="8461"/>
                    </a:lnTo>
                    <a:lnTo>
                      <a:pt x="10365" y="0"/>
                    </a:lnTo>
                    <a:lnTo>
                      <a:pt x="7669" y="8916"/>
                    </a:lnTo>
                    <a:lnTo>
                      <a:pt x="0" y="8916"/>
                    </a:lnTo>
                    <a:lnTo>
                      <a:pt x="6095" y="13469"/>
                    </a:lnTo>
                    <a:lnTo>
                      <a:pt x="2677" y="21600"/>
                    </a:lnTo>
                    <a:lnTo>
                      <a:pt x="10741" y="16167"/>
                    </a:lnTo>
                    <a:lnTo>
                      <a:pt x="18518" y="21599"/>
                    </a:lnTo>
                    <a:lnTo>
                      <a:pt x="14917" y="13014"/>
                    </a:lnTo>
                    <a:lnTo>
                      <a:pt x="21600" y="817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68" name="Google Shape;968;p43"/>
              <p:cNvSpPr/>
              <p:nvPr/>
            </p:nvSpPr>
            <p:spPr>
              <a:xfrm>
                <a:off x="1806207" y="317423"/>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pic>
          <p:nvPicPr>
            <p:cNvPr descr="object 14" id="969" name="Google Shape;969;p43"/>
            <p:cNvPicPr preferRelativeResize="0"/>
            <p:nvPr/>
          </p:nvPicPr>
          <p:blipFill rotWithShape="1">
            <a:blip r:embed="rId3">
              <a:alphaModFix/>
            </a:blip>
            <a:srcRect b="0" l="0" r="0" t="0"/>
            <a:stretch/>
          </p:blipFill>
          <p:spPr>
            <a:xfrm>
              <a:off x="3873501" y="1003299"/>
              <a:ext cx="114301" cy="114301"/>
            </a:xfrm>
            <a:prstGeom prst="rect">
              <a:avLst/>
            </a:prstGeom>
            <a:noFill/>
            <a:ln>
              <a:noFill/>
            </a:ln>
          </p:spPr>
        </p:pic>
      </p:grpSp>
      <p:pic>
        <p:nvPicPr>
          <p:cNvPr descr="object 15" id="970" name="Google Shape;970;p43"/>
          <p:cNvPicPr preferRelativeResize="0"/>
          <p:nvPr/>
        </p:nvPicPr>
        <p:blipFill rotWithShape="1">
          <a:blip r:embed="rId3">
            <a:alphaModFix/>
          </a:blip>
          <a:srcRect b="0" l="0" r="0" t="0"/>
          <a:stretch/>
        </p:blipFill>
        <p:spPr>
          <a:xfrm>
            <a:off x="2514600" y="107156"/>
            <a:ext cx="64293" cy="64293"/>
          </a:xfrm>
          <a:prstGeom prst="rect">
            <a:avLst/>
          </a:prstGeom>
          <a:noFill/>
          <a:ln>
            <a:noFill/>
          </a:ln>
        </p:spPr>
      </p:pic>
      <p:pic>
        <p:nvPicPr>
          <p:cNvPr descr="object 16" id="971" name="Google Shape;971;p43"/>
          <p:cNvPicPr preferRelativeResize="0"/>
          <p:nvPr/>
        </p:nvPicPr>
        <p:blipFill rotWithShape="1">
          <a:blip r:embed="rId3">
            <a:alphaModFix/>
          </a:blip>
          <a:srcRect b="0" l="0" r="0" t="0"/>
          <a:stretch/>
        </p:blipFill>
        <p:spPr>
          <a:xfrm>
            <a:off x="3093244" y="207169"/>
            <a:ext cx="64293" cy="64293"/>
          </a:xfrm>
          <a:prstGeom prst="rect">
            <a:avLst/>
          </a:prstGeom>
          <a:noFill/>
          <a:ln>
            <a:noFill/>
          </a:ln>
        </p:spPr>
      </p:pic>
      <p:sp>
        <p:nvSpPr>
          <p:cNvPr id="972" name="Google Shape;972;p43"/>
          <p:cNvSpPr/>
          <p:nvPr/>
        </p:nvSpPr>
        <p:spPr>
          <a:xfrm>
            <a:off x="621506" y="403621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73" name="Google Shape;973;p43"/>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74" name="Google Shape;974;p43"/>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975" name="Google Shape;975;p43"/>
          <p:cNvGrpSpPr/>
          <p:nvPr/>
        </p:nvGrpSpPr>
        <p:grpSpPr>
          <a:xfrm>
            <a:off x="7547699" y="3557588"/>
            <a:ext cx="1596313" cy="1585909"/>
            <a:chOff x="-2" y="0"/>
            <a:chExt cx="2837890" cy="2819394"/>
          </a:xfrm>
        </p:grpSpPr>
        <p:sp>
          <p:nvSpPr>
            <p:cNvPr id="976" name="Google Shape;976;p43"/>
            <p:cNvSpPr/>
            <p:nvPr/>
          </p:nvSpPr>
          <p:spPr>
            <a:xfrm>
              <a:off x="56564" y="0"/>
              <a:ext cx="2781324" cy="2819394"/>
            </a:xfrm>
            <a:custGeom>
              <a:rect b="b" l="l" r="r" t="t"/>
              <a:pathLst>
                <a:path extrusionOk="0" h="21600" w="21600">
                  <a:moveTo>
                    <a:pt x="21600" y="21600"/>
                  </a:moveTo>
                  <a:lnTo>
                    <a:pt x="2067" y="21600"/>
                  </a:lnTo>
                  <a:lnTo>
                    <a:pt x="2056" y="21582"/>
                  </a:lnTo>
                  <a:lnTo>
                    <a:pt x="1877" y="21280"/>
                  </a:lnTo>
                  <a:lnTo>
                    <a:pt x="1706" y="20973"/>
                  </a:lnTo>
                  <a:lnTo>
                    <a:pt x="1543" y="20663"/>
                  </a:lnTo>
                  <a:lnTo>
                    <a:pt x="1387" y="20348"/>
                  </a:lnTo>
                  <a:lnTo>
                    <a:pt x="1240" y="20030"/>
                  </a:lnTo>
                  <a:lnTo>
                    <a:pt x="1100" y="19709"/>
                  </a:lnTo>
                  <a:lnTo>
                    <a:pt x="968" y="19384"/>
                  </a:lnTo>
                  <a:lnTo>
                    <a:pt x="845" y="19056"/>
                  </a:lnTo>
                  <a:lnTo>
                    <a:pt x="729" y="18725"/>
                  </a:lnTo>
                  <a:lnTo>
                    <a:pt x="622" y="18392"/>
                  </a:lnTo>
                  <a:lnTo>
                    <a:pt x="523" y="18056"/>
                  </a:lnTo>
                  <a:lnTo>
                    <a:pt x="433" y="17718"/>
                  </a:lnTo>
                  <a:lnTo>
                    <a:pt x="351" y="17377"/>
                  </a:lnTo>
                  <a:lnTo>
                    <a:pt x="278" y="17035"/>
                  </a:lnTo>
                  <a:lnTo>
                    <a:pt x="213" y="16691"/>
                  </a:lnTo>
                  <a:lnTo>
                    <a:pt x="156" y="16346"/>
                  </a:lnTo>
                  <a:lnTo>
                    <a:pt x="109" y="15999"/>
                  </a:lnTo>
                  <a:lnTo>
                    <a:pt x="70" y="15651"/>
                  </a:lnTo>
                  <a:lnTo>
                    <a:pt x="39" y="15303"/>
                  </a:lnTo>
                  <a:lnTo>
                    <a:pt x="17" y="14953"/>
                  </a:lnTo>
                  <a:lnTo>
                    <a:pt x="4" y="14604"/>
                  </a:lnTo>
                  <a:lnTo>
                    <a:pt x="0" y="14254"/>
                  </a:lnTo>
                  <a:lnTo>
                    <a:pt x="1" y="14079"/>
                  </a:lnTo>
                  <a:lnTo>
                    <a:pt x="10" y="13729"/>
                  </a:lnTo>
                  <a:lnTo>
                    <a:pt x="27" y="13380"/>
                  </a:lnTo>
                  <a:lnTo>
                    <a:pt x="53" y="13031"/>
                  </a:lnTo>
                  <a:lnTo>
                    <a:pt x="88" y="12683"/>
                  </a:lnTo>
                  <a:lnTo>
                    <a:pt x="131" y="12336"/>
                  </a:lnTo>
                  <a:lnTo>
                    <a:pt x="183" y="11990"/>
                  </a:lnTo>
                  <a:lnTo>
                    <a:pt x="244" y="11645"/>
                  </a:lnTo>
                  <a:lnTo>
                    <a:pt x="313" y="11302"/>
                  </a:lnTo>
                  <a:lnTo>
                    <a:pt x="391" y="10961"/>
                  </a:lnTo>
                  <a:lnTo>
                    <a:pt x="477" y="10621"/>
                  </a:lnTo>
                  <a:lnTo>
                    <a:pt x="572" y="10284"/>
                  </a:lnTo>
                  <a:lnTo>
                    <a:pt x="675" y="9949"/>
                  </a:lnTo>
                  <a:lnTo>
                    <a:pt x="786" y="9617"/>
                  </a:lnTo>
                  <a:lnTo>
                    <a:pt x="905" y="9288"/>
                  </a:lnTo>
                  <a:lnTo>
                    <a:pt x="1033" y="8961"/>
                  </a:lnTo>
                  <a:lnTo>
                    <a:pt x="1169" y="8638"/>
                  </a:lnTo>
                  <a:lnTo>
                    <a:pt x="1312" y="8318"/>
                  </a:lnTo>
                  <a:lnTo>
                    <a:pt x="1464" y="8002"/>
                  </a:lnTo>
                  <a:lnTo>
                    <a:pt x="1624" y="7690"/>
                  </a:lnTo>
                  <a:lnTo>
                    <a:pt x="1791" y="7381"/>
                  </a:lnTo>
                  <a:lnTo>
                    <a:pt x="1965" y="7077"/>
                  </a:lnTo>
                  <a:lnTo>
                    <a:pt x="2148" y="6777"/>
                  </a:lnTo>
                  <a:lnTo>
                    <a:pt x="2338" y="6481"/>
                  </a:lnTo>
                  <a:lnTo>
                    <a:pt x="2535" y="6190"/>
                  </a:lnTo>
                  <a:lnTo>
                    <a:pt x="2739" y="5904"/>
                  </a:lnTo>
                  <a:lnTo>
                    <a:pt x="2950" y="5623"/>
                  </a:lnTo>
                  <a:lnTo>
                    <a:pt x="3168" y="5347"/>
                  </a:lnTo>
                  <a:lnTo>
                    <a:pt x="3393" y="5077"/>
                  </a:lnTo>
                  <a:lnTo>
                    <a:pt x="3625" y="4812"/>
                  </a:lnTo>
                  <a:lnTo>
                    <a:pt x="3863" y="4553"/>
                  </a:lnTo>
                  <a:lnTo>
                    <a:pt x="4107" y="4299"/>
                  </a:lnTo>
                  <a:lnTo>
                    <a:pt x="4358" y="4052"/>
                  </a:lnTo>
                  <a:lnTo>
                    <a:pt x="4615" y="3811"/>
                  </a:lnTo>
                  <a:lnTo>
                    <a:pt x="4878" y="3576"/>
                  </a:lnTo>
                  <a:lnTo>
                    <a:pt x="5146" y="3347"/>
                  </a:lnTo>
                  <a:lnTo>
                    <a:pt x="5421" y="3125"/>
                  </a:lnTo>
                  <a:lnTo>
                    <a:pt x="5700" y="2910"/>
                  </a:lnTo>
                  <a:lnTo>
                    <a:pt x="5985" y="2702"/>
                  </a:lnTo>
                  <a:lnTo>
                    <a:pt x="6275" y="2500"/>
                  </a:lnTo>
                  <a:lnTo>
                    <a:pt x="6570" y="2306"/>
                  </a:lnTo>
                  <a:lnTo>
                    <a:pt x="6869" y="2119"/>
                  </a:lnTo>
                  <a:lnTo>
                    <a:pt x="7174" y="1939"/>
                  </a:lnTo>
                  <a:lnTo>
                    <a:pt x="7482" y="1767"/>
                  </a:lnTo>
                  <a:lnTo>
                    <a:pt x="7795" y="1602"/>
                  </a:lnTo>
                  <a:lnTo>
                    <a:pt x="8112" y="1444"/>
                  </a:lnTo>
                  <a:lnTo>
                    <a:pt x="8432" y="1295"/>
                  </a:lnTo>
                  <a:lnTo>
                    <a:pt x="8756" y="1153"/>
                  </a:lnTo>
                  <a:lnTo>
                    <a:pt x="9084" y="1019"/>
                  </a:lnTo>
                  <a:lnTo>
                    <a:pt x="9415" y="893"/>
                  </a:lnTo>
                  <a:lnTo>
                    <a:pt x="9749" y="775"/>
                  </a:lnTo>
                  <a:lnTo>
                    <a:pt x="10086" y="666"/>
                  </a:lnTo>
                  <a:lnTo>
                    <a:pt x="10425" y="564"/>
                  </a:lnTo>
                  <a:lnTo>
                    <a:pt x="10767" y="471"/>
                  </a:lnTo>
                  <a:lnTo>
                    <a:pt x="11111" y="386"/>
                  </a:lnTo>
                  <a:lnTo>
                    <a:pt x="11457" y="309"/>
                  </a:lnTo>
                  <a:lnTo>
                    <a:pt x="11805" y="241"/>
                  </a:lnTo>
                  <a:lnTo>
                    <a:pt x="12154" y="181"/>
                  </a:lnTo>
                  <a:lnTo>
                    <a:pt x="12505" y="130"/>
                  </a:lnTo>
                  <a:lnTo>
                    <a:pt x="12857" y="87"/>
                  </a:lnTo>
                  <a:lnTo>
                    <a:pt x="13210" y="53"/>
                  </a:lnTo>
                  <a:lnTo>
                    <a:pt x="13563" y="27"/>
                  </a:lnTo>
                  <a:lnTo>
                    <a:pt x="13917" y="10"/>
                  </a:lnTo>
                  <a:lnTo>
                    <a:pt x="14272" y="1"/>
                  </a:lnTo>
                  <a:lnTo>
                    <a:pt x="14449" y="0"/>
                  </a:lnTo>
                  <a:lnTo>
                    <a:pt x="14627" y="1"/>
                  </a:lnTo>
                  <a:lnTo>
                    <a:pt x="14981" y="10"/>
                  </a:lnTo>
                  <a:lnTo>
                    <a:pt x="15335" y="27"/>
                  </a:lnTo>
                  <a:lnTo>
                    <a:pt x="15689" y="53"/>
                  </a:lnTo>
                  <a:lnTo>
                    <a:pt x="16042" y="87"/>
                  </a:lnTo>
                  <a:lnTo>
                    <a:pt x="16394" y="130"/>
                  </a:lnTo>
                  <a:lnTo>
                    <a:pt x="16745" y="181"/>
                  </a:lnTo>
                  <a:lnTo>
                    <a:pt x="17094" y="241"/>
                  </a:lnTo>
                  <a:lnTo>
                    <a:pt x="17442" y="309"/>
                  </a:lnTo>
                  <a:lnTo>
                    <a:pt x="17788" y="386"/>
                  </a:lnTo>
                  <a:lnTo>
                    <a:pt x="18132" y="471"/>
                  </a:lnTo>
                  <a:lnTo>
                    <a:pt x="18474" y="564"/>
                  </a:lnTo>
                  <a:lnTo>
                    <a:pt x="18813" y="666"/>
                  </a:lnTo>
                  <a:lnTo>
                    <a:pt x="19150" y="775"/>
                  </a:lnTo>
                  <a:lnTo>
                    <a:pt x="19484" y="893"/>
                  </a:lnTo>
                  <a:lnTo>
                    <a:pt x="19815" y="1019"/>
                  </a:lnTo>
                  <a:lnTo>
                    <a:pt x="20142" y="1153"/>
                  </a:lnTo>
                  <a:lnTo>
                    <a:pt x="20466" y="1295"/>
                  </a:lnTo>
                  <a:lnTo>
                    <a:pt x="20787" y="1444"/>
                  </a:lnTo>
                  <a:lnTo>
                    <a:pt x="21104" y="1602"/>
                  </a:lnTo>
                  <a:lnTo>
                    <a:pt x="21417" y="1767"/>
                  </a:lnTo>
                  <a:lnTo>
                    <a:pt x="21600" y="1868"/>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977" name="Google Shape;977;p43"/>
            <p:cNvGrpSpPr/>
            <p:nvPr/>
          </p:nvGrpSpPr>
          <p:grpSpPr>
            <a:xfrm>
              <a:off x="-2" y="564652"/>
              <a:ext cx="2448159" cy="1884384"/>
              <a:chOff x="-1" y="-1"/>
              <a:chExt cx="2448159" cy="1884384"/>
            </a:xfrm>
          </p:grpSpPr>
          <p:sp>
            <p:nvSpPr>
              <p:cNvPr id="978" name="Google Shape;978;p43"/>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79" name="Google Shape;979;p43"/>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80" name="Google Shape;980;p43"/>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981" name="Google Shape;981;p43"/>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82" name="Google Shape;982;p43"/>
          <p:cNvSpPr/>
          <p:nvPr/>
        </p:nvSpPr>
        <p:spPr>
          <a:xfrm>
            <a:off x="7736768"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25" id="983" name="Google Shape;983;p43"/>
          <p:cNvPicPr preferRelativeResize="0"/>
          <p:nvPr/>
        </p:nvPicPr>
        <p:blipFill rotWithShape="1">
          <a:blip r:embed="rId3">
            <a:alphaModFix/>
          </a:blip>
          <a:srcRect b="0" l="0" r="0" t="0"/>
          <a:stretch/>
        </p:blipFill>
        <p:spPr>
          <a:xfrm>
            <a:off x="8201114" y="2321719"/>
            <a:ext cx="64295" cy="64293"/>
          </a:xfrm>
          <a:prstGeom prst="rect">
            <a:avLst/>
          </a:prstGeom>
          <a:noFill/>
          <a:ln>
            <a:noFill/>
          </a:ln>
        </p:spPr>
      </p:pic>
      <p:pic>
        <p:nvPicPr>
          <p:cNvPr descr="object 26" id="984" name="Google Shape;984;p43"/>
          <p:cNvPicPr preferRelativeResize="0"/>
          <p:nvPr/>
        </p:nvPicPr>
        <p:blipFill rotWithShape="1">
          <a:blip r:embed="rId3">
            <a:alphaModFix/>
          </a:blip>
          <a:srcRect b="0" l="0" r="0" t="0"/>
          <a:stretch/>
        </p:blipFill>
        <p:spPr>
          <a:xfrm>
            <a:off x="8079670" y="2321719"/>
            <a:ext cx="64295" cy="64293"/>
          </a:xfrm>
          <a:prstGeom prst="rect">
            <a:avLst/>
          </a:prstGeom>
          <a:noFill/>
          <a:ln>
            <a:noFill/>
          </a:ln>
        </p:spPr>
      </p:pic>
      <p:pic>
        <p:nvPicPr>
          <p:cNvPr descr="object 27" id="985" name="Google Shape;985;p43"/>
          <p:cNvPicPr preferRelativeResize="0"/>
          <p:nvPr/>
        </p:nvPicPr>
        <p:blipFill rotWithShape="1">
          <a:blip r:embed="rId3">
            <a:alphaModFix/>
          </a:blip>
          <a:srcRect b="0" l="0" r="0" t="0"/>
          <a:stretch/>
        </p:blipFill>
        <p:spPr>
          <a:xfrm>
            <a:off x="8143964" y="2436019"/>
            <a:ext cx="64295" cy="64293"/>
          </a:xfrm>
          <a:prstGeom prst="rect">
            <a:avLst/>
          </a:prstGeom>
          <a:noFill/>
          <a:ln>
            <a:noFill/>
          </a:ln>
        </p:spPr>
      </p:pic>
      <p:pic>
        <p:nvPicPr>
          <p:cNvPr descr="object 28" id="986" name="Google Shape;986;p43"/>
          <p:cNvPicPr preferRelativeResize="0"/>
          <p:nvPr/>
        </p:nvPicPr>
        <p:blipFill rotWithShape="1">
          <a:blip r:embed="rId3">
            <a:alphaModFix/>
          </a:blip>
          <a:srcRect b="0" l="0" r="0" t="0"/>
          <a:stretch/>
        </p:blipFill>
        <p:spPr>
          <a:xfrm>
            <a:off x="6822368" y="4329113"/>
            <a:ext cx="64295" cy="64293"/>
          </a:xfrm>
          <a:prstGeom prst="rect">
            <a:avLst/>
          </a:prstGeom>
          <a:noFill/>
          <a:ln>
            <a:noFill/>
          </a:ln>
        </p:spPr>
      </p:pic>
      <p:pic>
        <p:nvPicPr>
          <p:cNvPr descr="object 29" id="987" name="Google Shape;987;p43"/>
          <p:cNvPicPr preferRelativeResize="0"/>
          <p:nvPr/>
        </p:nvPicPr>
        <p:blipFill rotWithShape="1">
          <a:blip r:embed="rId3">
            <a:alphaModFix/>
          </a:blip>
          <a:srcRect b="0" l="0" r="0" t="0"/>
          <a:stretch/>
        </p:blipFill>
        <p:spPr>
          <a:xfrm>
            <a:off x="6486612" y="4786313"/>
            <a:ext cx="64295" cy="64293"/>
          </a:xfrm>
          <a:prstGeom prst="rect">
            <a:avLst/>
          </a:prstGeom>
          <a:noFill/>
          <a:ln>
            <a:noFill/>
          </a:ln>
        </p:spPr>
      </p:pic>
      <p:pic>
        <p:nvPicPr>
          <p:cNvPr descr="object 30" id="988" name="Google Shape;988;p43"/>
          <p:cNvPicPr preferRelativeResize="0"/>
          <p:nvPr/>
        </p:nvPicPr>
        <p:blipFill rotWithShape="1">
          <a:blip r:embed="rId3">
            <a:alphaModFix/>
          </a:blip>
          <a:srcRect b="0" l="0" r="0" t="0"/>
          <a:stretch/>
        </p:blipFill>
        <p:spPr>
          <a:xfrm>
            <a:off x="5907968" y="4686300"/>
            <a:ext cx="64295" cy="64293"/>
          </a:xfrm>
          <a:prstGeom prst="rect">
            <a:avLst/>
          </a:prstGeom>
          <a:noFill/>
          <a:ln>
            <a:noFill/>
          </a:ln>
        </p:spPr>
      </p:pic>
      <p:sp>
        <p:nvSpPr>
          <p:cNvPr id="989" name="Google Shape;989;p43"/>
          <p:cNvSpPr/>
          <p:nvPr/>
        </p:nvSpPr>
        <p:spPr>
          <a:xfrm>
            <a:off x="8236833"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90" name="Google Shape;990;p43"/>
          <p:cNvSpPr txBox="1"/>
          <p:nvPr/>
        </p:nvSpPr>
        <p:spPr>
          <a:xfrm>
            <a:off x="2987996" y="2014276"/>
            <a:ext cx="3627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Checkpoint 2</a:t>
            </a:r>
            <a:endParaRPr b="0" i="0" sz="2500" u="none" cap="none" strike="noStrike">
              <a:solidFill>
                <a:srgbClr val="000000"/>
              </a:solidFill>
              <a:latin typeface="Arial"/>
              <a:ea typeface="Arial"/>
              <a:cs typeface="Arial"/>
              <a:sym typeface="Arial"/>
            </a:endParaRPr>
          </a:p>
        </p:txBody>
      </p:sp>
      <p:sp>
        <p:nvSpPr>
          <p:cNvPr id="991" name="Google Shape;991;p43"/>
          <p:cNvSpPr txBox="1"/>
          <p:nvPr/>
        </p:nvSpPr>
        <p:spPr>
          <a:xfrm>
            <a:off x="4008100" y="1268900"/>
            <a:ext cx="1475100" cy="4155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7C849"/>
              </a:buClr>
              <a:buSzPts val="3800"/>
              <a:buFont typeface="Poppins"/>
              <a:buNone/>
            </a:pPr>
            <a:r>
              <a:rPr lang="en-GB" sz="2700">
                <a:solidFill>
                  <a:srgbClr val="F7C849"/>
                </a:solidFill>
                <a:latin typeface="Poppins"/>
                <a:ea typeface="Poppins"/>
                <a:cs typeface="Poppins"/>
                <a:sym typeface="Poppins"/>
              </a:rPr>
              <a:t>1 </a:t>
            </a:r>
            <a:r>
              <a:rPr b="0" i="0" lang="en-GB" sz="2700" u="none" cap="none" strike="noStrike">
                <a:solidFill>
                  <a:srgbClr val="F7C849"/>
                </a:solidFill>
                <a:latin typeface="Poppins"/>
                <a:ea typeface="Poppins"/>
                <a:cs typeface="Poppins"/>
                <a:sym typeface="Poppins"/>
              </a:rPr>
              <a:t>min</a:t>
            </a:r>
            <a:endParaRPr b="0" i="0" sz="2700" u="none" cap="none" strike="noStrike">
              <a:solidFill>
                <a:srgbClr val="000000"/>
              </a:solidFill>
              <a:latin typeface="Arial"/>
              <a:ea typeface="Arial"/>
              <a:cs typeface="Arial"/>
              <a:sym typeface="Arial"/>
            </a:endParaRPr>
          </a:p>
        </p:txBody>
      </p:sp>
      <p:sp>
        <p:nvSpPr>
          <p:cNvPr id="992" name="Google Shape;992;p43"/>
          <p:cNvSpPr txBox="1"/>
          <p:nvPr/>
        </p:nvSpPr>
        <p:spPr>
          <a:xfrm>
            <a:off x="1235200" y="2435950"/>
            <a:ext cx="7020900" cy="1644000"/>
          </a:xfrm>
          <a:prstGeom prst="rect">
            <a:avLst/>
          </a:prstGeom>
          <a:solidFill>
            <a:srgbClr val="CFE2F3"/>
          </a:solid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GB" sz="1200">
                <a:solidFill>
                  <a:srgbClr val="0E101A"/>
                </a:solidFill>
                <a:latin typeface="Poppins"/>
                <a:ea typeface="Poppins"/>
                <a:cs typeface="Poppins"/>
                <a:sym typeface="Poppins"/>
              </a:rPr>
              <a:t>Evaluate the understanding / learning level of the student.</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None/>
            </a:pPr>
            <a:r>
              <a:rPr b="1" lang="en-GB" sz="1200">
                <a:solidFill>
                  <a:srgbClr val="0E101A"/>
                </a:solidFill>
                <a:latin typeface="Poppins"/>
                <a:ea typeface="Poppins"/>
                <a:cs typeface="Poppins"/>
                <a:sym typeface="Poppins"/>
              </a:rPr>
              <a:t>If the Score is between 0-3 then learner is a slow learner,explain the concepts again according to </a:t>
            </a:r>
            <a:r>
              <a:rPr b="1" lang="en-GB" sz="1200" u="sng">
                <a:solidFill>
                  <a:schemeClr val="hlink"/>
                </a:solidFill>
                <a:latin typeface="Poppins"/>
                <a:ea typeface="Poppins"/>
                <a:cs typeface="Poppins"/>
                <a:sym typeface="Poppins"/>
                <a:hlinkClick action="ppaction://hlinksldjump" r:id="rId4"/>
              </a:rPr>
              <a:t>Assessment 2</a:t>
            </a:r>
            <a:r>
              <a:rPr b="1" lang="en-GB" sz="1200">
                <a:solidFill>
                  <a:srgbClr val="0E101A"/>
                </a:solidFill>
                <a:latin typeface="Poppins"/>
                <a:ea typeface="Poppins"/>
                <a:cs typeface="Poppins"/>
                <a:sym typeface="Poppins"/>
              </a:rPr>
              <a:t> </a:t>
            </a:r>
            <a:r>
              <a:rPr b="1" lang="en-GB" sz="1200">
                <a:solidFill>
                  <a:srgbClr val="0E101A"/>
                </a:solidFill>
                <a:latin typeface="Poppins"/>
                <a:ea typeface="Poppins"/>
                <a:cs typeface="Poppins"/>
                <a:sym typeface="Poppins"/>
              </a:rPr>
              <a:t>and then  go to this </a:t>
            </a:r>
            <a:r>
              <a:rPr b="1" lang="en-GB" sz="1200" u="sng">
                <a:solidFill>
                  <a:schemeClr val="hlink"/>
                </a:solidFill>
                <a:latin typeface="Poppins"/>
                <a:ea typeface="Poppins"/>
                <a:cs typeface="Poppins"/>
                <a:sym typeface="Poppins"/>
                <a:hlinkClick action="ppaction://hlinksldjump" r:id="rId5"/>
              </a:rPr>
              <a:t>slide.</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None/>
            </a:pPr>
            <a:r>
              <a:rPr b="1" lang="en-GB" sz="1200">
                <a:solidFill>
                  <a:srgbClr val="0E101A"/>
                </a:solidFill>
                <a:latin typeface="Poppins"/>
                <a:ea typeface="Poppins"/>
                <a:cs typeface="Poppins"/>
                <a:sym typeface="Poppins"/>
              </a:rPr>
              <a:t>       If the Score is between 4-5 then the learner is a medium learner. Keep working on  </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None/>
            </a:pPr>
            <a:r>
              <a:rPr b="1" lang="en-GB" sz="1200">
                <a:solidFill>
                  <a:srgbClr val="0E101A"/>
                </a:solidFill>
                <a:latin typeface="Poppins"/>
                <a:ea typeface="Poppins"/>
                <a:cs typeface="Poppins"/>
                <a:sym typeface="Poppins"/>
              </a:rPr>
              <a:t>       the activities in natural flow. Go to this </a:t>
            </a:r>
            <a:r>
              <a:rPr b="1" lang="en-GB" sz="1200" u="sng">
                <a:solidFill>
                  <a:schemeClr val="hlink"/>
                </a:solidFill>
                <a:latin typeface="Poppins"/>
                <a:ea typeface="Poppins"/>
                <a:cs typeface="Poppins"/>
                <a:sym typeface="Poppins"/>
                <a:hlinkClick action="ppaction://hlinksldjump" r:id="rId6"/>
              </a:rPr>
              <a:t>slide</a:t>
            </a:r>
            <a:r>
              <a:rPr b="1" lang="en-GB" sz="1200">
                <a:solidFill>
                  <a:srgbClr val="0E101A"/>
                </a:solidFill>
                <a:latin typeface="Poppins"/>
                <a:ea typeface="Poppins"/>
                <a:cs typeface="Poppins"/>
                <a:sym typeface="Poppins"/>
              </a:rPr>
              <a:t> .</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Clr>
                <a:schemeClr val="dk1"/>
              </a:buClr>
              <a:buSzPts val="1100"/>
              <a:buFont typeface="Arial"/>
              <a:buNone/>
            </a:pPr>
            <a:r>
              <a:rPr b="1" lang="en-GB" sz="1200">
                <a:solidFill>
                  <a:srgbClr val="0E101A"/>
                </a:solidFill>
                <a:latin typeface="Poppins"/>
                <a:ea typeface="Poppins"/>
                <a:cs typeface="Poppins"/>
                <a:sym typeface="Poppins"/>
              </a:rPr>
              <a:t>       If the Score is between 6-8 then the learner is a fast learner. Keep working on  </a:t>
            </a:r>
            <a:endParaRPr b="1" sz="1200">
              <a:solidFill>
                <a:srgbClr val="0E101A"/>
              </a:solidFill>
              <a:latin typeface="Poppins"/>
              <a:ea typeface="Poppins"/>
              <a:cs typeface="Poppins"/>
              <a:sym typeface="Poppins"/>
            </a:endParaRPr>
          </a:p>
          <a:p>
            <a:pPr indent="0" lvl="0" marL="0" rtl="0" algn="ctr">
              <a:lnSpc>
                <a:spcPct val="115000"/>
              </a:lnSpc>
              <a:spcBef>
                <a:spcPts val="0"/>
              </a:spcBef>
              <a:spcAft>
                <a:spcPts val="0"/>
              </a:spcAft>
              <a:buClr>
                <a:schemeClr val="dk1"/>
              </a:buClr>
              <a:buSzPts val="1100"/>
              <a:buFont typeface="Arial"/>
              <a:buNone/>
            </a:pPr>
            <a:r>
              <a:rPr b="1" lang="en-GB" sz="1200">
                <a:solidFill>
                  <a:srgbClr val="0E101A"/>
                </a:solidFill>
                <a:latin typeface="Poppins"/>
                <a:ea typeface="Poppins"/>
                <a:cs typeface="Poppins"/>
                <a:sym typeface="Poppins"/>
              </a:rPr>
              <a:t>      the activities in natural flow. Go to this </a:t>
            </a:r>
            <a:r>
              <a:rPr b="1" lang="en-GB" sz="1200" u="sng">
                <a:solidFill>
                  <a:schemeClr val="hlink"/>
                </a:solidFill>
                <a:latin typeface="Poppins"/>
                <a:ea typeface="Poppins"/>
                <a:cs typeface="Poppins"/>
                <a:sym typeface="Poppins"/>
                <a:hlinkClick action="ppaction://hlinksldjump" r:id="rId7"/>
              </a:rPr>
              <a:t>slide</a:t>
            </a:r>
            <a:r>
              <a:rPr b="1" lang="en-GB" sz="1200">
                <a:solidFill>
                  <a:srgbClr val="0E101A"/>
                </a:solidFill>
                <a:latin typeface="Poppins"/>
                <a:ea typeface="Poppins"/>
                <a:cs typeface="Poppins"/>
                <a:sym typeface="Poppins"/>
              </a:rPr>
              <a:t> .</a:t>
            </a:r>
            <a:endParaRPr b="1" sz="1200">
              <a:solidFill>
                <a:srgbClr val="0E101A"/>
              </a:solidFill>
              <a:latin typeface="Poppins"/>
              <a:ea typeface="Poppins"/>
              <a:cs typeface="Poppins"/>
              <a:sym typeface="Poppins"/>
            </a:endParaRPr>
          </a:p>
        </p:txBody>
      </p:sp>
      <p:sp>
        <p:nvSpPr>
          <p:cNvPr id="993" name="Google Shape;993;p43"/>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44"/>
          <p:cNvSpPr/>
          <p:nvPr/>
        </p:nvSpPr>
        <p:spPr>
          <a:xfrm>
            <a:off x="3947512" y="740933"/>
            <a:ext cx="1596294" cy="1471446"/>
          </a:xfrm>
          <a:custGeom>
            <a:rect b="b" l="l" r="r" t="t"/>
            <a:pathLst>
              <a:path extrusionOk="0" h="21600" w="21600">
                <a:moveTo>
                  <a:pt x="8780" y="21600"/>
                </a:moveTo>
                <a:lnTo>
                  <a:pt x="8310" y="21577"/>
                </a:lnTo>
                <a:lnTo>
                  <a:pt x="7850" y="21526"/>
                </a:lnTo>
                <a:lnTo>
                  <a:pt x="7400" y="21444"/>
                </a:lnTo>
                <a:lnTo>
                  <a:pt x="6961" y="21329"/>
                </a:lnTo>
                <a:lnTo>
                  <a:pt x="6532" y="21182"/>
                </a:lnTo>
                <a:lnTo>
                  <a:pt x="6116" y="21003"/>
                </a:lnTo>
                <a:lnTo>
                  <a:pt x="5711" y="20792"/>
                </a:lnTo>
                <a:lnTo>
                  <a:pt x="5318" y="20552"/>
                </a:lnTo>
                <a:lnTo>
                  <a:pt x="4938" y="20287"/>
                </a:lnTo>
                <a:lnTo>
                  <a:pt x="4569" y="19998"/>
                </a:lnTo>
                <a:lnTo>
                  <a:pt x="4212" y="19689"/>
                </a:lnTo>
                <a:lnTo>
                  <a:pt x="3868" y="19360"/>
                </a:lnTo>
                <a:lnTo>
                  <a:pt x="3537" y="19015"/>
                </a:lnTo>
                <a:lnTo>
                  <a:pt x="3218" y="18657"/>
                </a:lnTo>
                <a:lnTo>
                  <a:pt x="2911" y="18287"/>
                </a:lnTo>
                <a:lnTo>
                  <a:pt x="2618" y="17909"/>
                </a:lnTo>
                <a:lnTo>
                  <a:pt x="2337" y="17524"/>
                </a:lnTo>
                <a:lnTo>
                  <a:pt x="2044" y="17106"/>
                </a:lnTo>
                <a:lnTo>
                  <a:pt x="1767" y="16682"/>
                </a:lnTo>
                <a:lnTo>
                  <a:pt x="1507" y="16255"/>
                </a:lnTo>
                <a:lnTo>
                  <a:pt x="1263" y="15823"/>
                </a:lnTo>
                <a:lnTo>
                  <a:pt x="1039" y="15386"/>
                </a:lnTo>
                <a:lnTo>
                  <a:pt x="833" y="14947"/>
                </a:lnTo>
                <a:lnTo>
                  <a:pt x="648" y="14504"/>
                </a:lnTo>
                <a:lnTo>
                  <a:pt x="485" y="14057"/>
                </a:lnTo>
                <a:lnTo>
                  <a:pt x="343" y="13608"/>
                </a:lnTo>
                <a:lnTo>
                  <a:pt x="225" y="13156"/>
                </a:lnTo>
                <a:lnTo>
                  <a:pt x="130" y="12702"/>
                </a:lnTo>
                <a:lnTo>
                  <a:pt x="61" y="12246"/>
                </a:lnTo>
                <a:lnTo>
                  <a:pt x="18" y="11785"/>
                </a:lnTo>
                <a:lnTo>
                  <a:pt x="0" y="11324"/>
                </a:lnTo>
                <a:lnTo>
                  <a:pt x="7" y="10862"/>
                </a:lnTo>
                <a:lnTo>
                  <a:pt x="39" y="10400"/>
                </a:lnTo>
                <a:lnTo>
                  <a:pt x="93" y="9941"/>
                </a:lnTo>
                <a:lnTo>
                  <a:pt x="171" y="9483"/>
                </a:lnTo>
                <a:lnTo>
                  <a:pt x="270" y="9029"/>
                </a:lnTo>
                <a:lnTo>
                  <a:pt x="390" y="8578"/>
                </a:lnTo>
                <a:lnTo>
                  <a:pt x="530" y="8133"/>
                </a:lnTo>
                <a:lnTo>
                  <a:pt x="690" y="7693"/>
                </a:lnTo>
                <a:lnTo>
                  <a:pt x="869" y="7259"/>
                </a:lnTo>
                <a:lnTo>
                  <a:pt x="1065" y="6832"/>
                </a:lnTo>
                <a:lnTo>
                  <a:pt x="1282" y="6417"/>
                </a:lnTo>
                <a:lnTo>
                  <a:pt x="1517" y="6011"/>
                </a:lnTo>
                <a:lnTo>
                  <a:pt x="1769" y="5612"/>
                </a:lnTo>
                <a:lnTo>
                  <a:pt x="2037" y="5222"/>
                </a:lnTo>
                <a:lnTo>
                  <a:pt x="2321" y="4839"/>
                </a:lnTo>
                <a:lnTo>
                  <a:pt x="2622" y="4465"/>
                </a:lnTo>
                <a:lnTo>
                  <a:pt x="2938" y="4098"/>
                </a:lnTo>
                <a:lnTo>
                  <a:pt x="3269" y="3738"/>
                </a:lnTo>
                <a:lnTo>
                  <a:pt x="3616" y="3386"/>
                </a:lnTo>
                <a:lnTo>
                  <a:pt x="3977" y="3041"/>
                </a:lnTo>
                <a:lnTo>
                  <a:pt x="4352" y="2704"/>
                </a:lnTo>
                <a:lnTo>
                  <a:pt x="4741" y="2373"/>
                </a:lnTo>
                <a:lnTo>
                  <a:pt x="5109" y="2074"/>
                </a:lnTo>
                <a:lnTo>
                  <a:pt x="5489" y="1785"/>
                </a:lnTo>
                <a:lnTo>
                  <a:pt x="5879" y="1507"/>
                </a:lnTo>
                <a:lnTo>
                  <a:pt x="6278" y="1245"/>
                </a:lnTo>
                <a:lnTo>
                  <a:pt x="6685" y="999"/>
                </a:lnTo>
                <a:lnTo>
                  <a:pt x="7099" y="774"/>
                </a:lnTo>
                <a:lnTo>
                  <a:pt x="7519" y="572"/>
                </a:lnTo>
                <a:lnTo>
                  <a:pt x="7944" y="396"/>
                </a:lnTo>
                <a:lnTo>
                  <a:pt x="8372" y="248"/>
                </a:lnTo>
                <a:lnTo>
                  <a:pt x="8803" y="132"/>
                </a:lnTo>
                <a:lnTo>
                  <a:pt x="9235" y="50"/>
                </a:lnTo>
                <a:lnTo>
                  <a:pt x="9668" y="5"/>
                </a:lnTo>
                <a:lnTo>
                  <a:pt x="10099" y="0"/>
                </a:lnTo>
                <a:lnTo>
                  <a:pt x="10529" y="33"/>
                </a:lnTo>
                <a:lnTo>
                  <a:pt x="10959" y="106"/>
                </a:lnTo>
                <a:lnTo>
                  <a:pt x="11389" y="214"/>
                </a:lnTo>
                <a:lnTo>
                  <a:pt x="11820" y="354"/>
                </a:lnTo>
                <a:lnTo>
                  <a:pt x="12254" y="521"/>
                </a:lnTo>
                <a:lnTo>
                  <a:pt x="12691" y="712"/>
                </a:lnTo>
                <a:lnTo>
                  <a:pt x="13132" y="922"/>
                </a:lnTo>
                <a:lnTo>
                  <a:pt x="13579" y="1149"/>
                </a:lnTo>
                <a:lnTo>
                  <a:pt x="14032" y="1388"/>
                </a:lnTo>
                <a:lnTo>
                  <a:pt x="14960" y="1886"/>
                </a:lnTo>
                <a:lnTo>
                  <a:pt x="15437" y="2138"/>
                </a:lnTo>
                <a:lnTo>
                  <a:pt x="15924" y="2387"/>
                </a:lnTo>
                <a:lnTo>
                  <a:pt x="16386" y="2612"/>
                </a:lnTo>
                <a:lnTo>
                  <a:pt x="17784" y="3270"/>
                </a:lnTo>
                <a:lnTo>
                  <a:pt x="18240" y="3491"/>
                </a:lnTo>
                <a:lnTo>
                  <a:pt x="18684" y="3717"/>
                </a:lnTo>
                <a:lnTo>
                  <a:pt x="19112" y="3948"/>
                </a:lnTo>
                <a:lnTo>
                  <a:pt x="19519" y="4188"/>
                </a:lnTo>
                <a:lnTo>
                  <a:pt x="19901" y="4438"/>
                </a:lnTo>
                <a:lnTo>
                  <a:pt x="20254" y="4701"/>
                </a:lnTo>
                <a:lnTo>
                  <a:pt x="20572" y="4978"/>
                </a:lnTo>
                <a:lnTo>
                  <a:pt x="20853" y="5272"/>
                </a:lnTo>
                <a:lnTo>
                  <a:pt x="21091" y="5585"/>
                </a:lnTo>
                <a:lnTo>
                  <a:pt x="21282" y="5919"/>
                </a:lnTo>
                <a:lnTo>
                  <a:pt x="21427" y="6274"/>
                </a:lnTo>
                <a:lnTo>
                  <a:pt x="21526" y="6651"/>
                </a:lnTo>
                <a:lnTo>
                  <a:pt x="21582" y="7047"/>
                </a:lnTo>
                <a:lnTo>
                  <a:pt x="21600" y="7460"/>
                </a:lnTo>
                <a:lnTo>
                  <a:pt x="21585" y="7889"/>
                </a:lnTo>
                <a:lnTo>
                  <a:pt x="21541" y="8332"/>
                </a:lnTo>
                <a:lnTo>
                  <a:pt x="21473" y="8788"/>
                </a:lnTo>
                <a:lnTo>
                  <a:pt x="21385" y="9254"/>
                </a:lnTo>
                <a:lnTo>
                  <a:pt x="21282" y="9729"/>
                </a:lnTo>
                <a:lnTo>
                  <a:pt x="21167" y="10211"/>
                </a:lnTo>
                <a:lnTo>
                  <a:pt x="20923" y="11190"/>
                </a:lnTo>
                <a:lnTo>
                  <a:pt x="20803" y="11684"/>
                </a:lnTo>
                <a:lnTo>
                  <a:pt x="20689" y="12178"/>
                </a:lnTo>
                <a:lnTo>
                  <a:pt x="20588" y="12671"/>
                </a:lnTo>
                <a:lnTo>
                  <a:pt x="20494" y="13161"/>
                </a:lnTo>
                <a:lnTo>
                  <a:pt x="20319" y="14124"/>
                </a:lnTo>
                <a:lnTo>
                  <a:pt x="20231" y="14594"/>
                </a:lnTo>
                <a:lnTo>
                  <a:pt x="20138" y="15055"/>
                </a:lnTo>
                <a:lnTo>
                  <a:pt x="20038" y="15504"/>
                </a:lnTo>
                <a:lnTo>
                  <a:pt x="19928" y="15941"/>
                </a:lnTo>
                <a:lnTo>
                  <a:pt x="19804" y="16363"/>
                </a:lnTo>
                <a:lnTo>
                  <a:pt x="19664" y="16770"/>
                </a:lnTo>
                <a:lnTo>
                  <a:pt x="19505" y="17159"/>
                </a:lnTo>
                <a:lnTo>
                  <a:pt x="19323" y="17529"/>
                </a:lnTo>
                <a:lnTo>
                  <a:pt x="19115" y="17879"/>
                </a:lnTo>
                <a:lnTo>
                  <a:pt x="18879" y="18206"/>
                </a:lnTo>
                <a:lnTo>
                  <a:pt x="18590" y="18532"/>
                </a:lnTo>
                <a:lnTo>
                  <a:pt x="18267" y="18833"/>
                </a:lnTo>
                <a:lnTo>
                  <a:pt x="17912" y="19109"/>
                </a:lnTo>
                <a:lnTo>
                  <a:pt x="17529" y="19363"/>
                </a:lnTo>
                <a:lnTo>
                  <a:pt x="17120" y="19596"/>
                </a:lnTo>
                <a:lnTo>
                  <a:pt x="16688" y="19810"/>
                </a:lnTo>
                <a:lnTo>
                  <a:pt x="16237" y="20007"/>
                </a:lnTo>
                <a:lnTo>
                  <a:pt x="15768" y="20188"/>
                </a:lnTo>
                <a:lnTo>
                  <a:pt x="15285" y="20355"/>
                </a:lnTo>
                <a:lnTo>
                  <a:pt x="14790" y="20511"/>
                </a:lnTo>
                <a:lnTo>
                  <a:pt x="14287" y="20655"/>
                </a:lnTo>
                <a:lnTo>
                  <a:pt x="13778" y="20791"/>
                </a:lnTo>
                <a:lnTo>
                  <a:pt x="13266" y="20920"/>
                </a:lnTo>
                <a:lnTo>
                  <a:pt x="12754" y="21046"/>
                </a:lnTo>
                <a:lnTo>
                  <a:pt x="12244" y="21165"/>
                </a:lnTo>
                <a:lnTo>
                  <a:pt x="11736" y="21275"/>
                </a:lnTo>
                <a:lnTo>
                  <a:pt x="11230" y="21372"/>
                </a:lnTo>
                <a:lnTo>
                  <a:pt x="10729" y="21456"/>
                </a:lnTo>
                <a:lnTo>
                  <a:pt x="10232" y="21522"/>
                </a:lnTo>
                <a:lnTo>
                  <a:pt x="9741" y="21570"/>
                </a:lnTo>
                <a:lnTo>
                  <a:pt x="9257" y="21597"/>
                </a:lnTo>
                <a:lnTo>
                  <a:pt x="878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999" name="Google Shape;999;p44"/>
          <p:cNvSpPr txBox="1"/>
          <p:nvPr/>
        </p:nvSpPr>
        <p:spPr>
          <a:xfrm>
            <a:off x="2762274" y="2835296"/>
            <a:ext cx="36270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100"/>
              <a:buFont typeface="Poppins"/>
              <a:buNone/>
            </a:pPr>
            <a:r>
              <a:t/>
            </a:r>
            <a:endParaRPr b="0" i="0" sz="1400" u="none" cap="none" strike="noStrike">
              <a:solidFill>
                <a:srgbClr val="000000"/>
              </a:solidFill>
              <a:latin typeface="Arial"/>
              <a:ea typeface="Arial"/>
              <a:cs typeface="Arial"/>
              <a:sym typeface="Arial"/>
            </a:endParaRPr>
          </a:p>
        </p:txBody>
      </p:sp>
      <p:sp>
        <p:nvSpPr>
          <p:cNvPr id="1000" name="Google Shape;1000;p44"/>
          <p:cNvSpPr/>
          <p:nvPr/>
        </p:nvSpPr>
        <p:spPr>
          <a:xfrm>
            <a:off x="307220" y="2833175"/>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01" name="Google Shape;1001;p44"/>
          <p:cNvSpPr/>
          <p:nvPr/>
        </p:nvSpPr>
        <p:spPr>
          <a:xfrm>
            <a:off x="703436" y="3463222"/>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02" name="Google Shape;1002;p44"/>
          <p:cNvSpPr/>
          <p:nvPr/>
        </p:nvSpPr>
        <p:spPr>
          <a:xfrm>
            <a:off x="1121568" y="329326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8" id="1003" name="Google Shape;1003;p44"/>
          <p:cNvPicPr preferRelativeResize="0"/>
          <p:nvPr/>
        </p:nvPicPr>
        <p:blipFill rotWithShape="1">
          <a:blip r:embed="rId3">
            <a:alphaModFix/>
          </a:blip>
          <a:srcRect b="0" l="0" r="0" t="0"/>
          <a:stretch/>
        </p:blipFill>
        <p:spPr>
          <a:xfrm>
            <a:off x="800100" y="2571750"/>
            <a:ext cx="64293" cy="64293"/>
          </a:xfrm>
          <a:prstGeom prst="rect">
            <a:avLst/>
          </a:prstGeom>
          <a:noFill/>
          <a:ln>
            <a:noFill/>
          </a:ln>
        </p:spPr>
      </p:pic>
      <p:pic>
        <p:nvPicPr>
          <p:cNvPr descr="object 9" id="1004" name="Google Shape;1004;p44"/>
          <p:cNvPicPr preferRelativeResize="0"/>
          <p:nvPr/>
        </p:nvPicPr>
        <p:blipFill rotWithShape="1">
          <a:blip r:embed="rId3">
            <a:alphaModFix/>
          </a:blip>
          <a:srcRect b="0" l="0" r="0" t="0"/>
          <a:stretch/>
        </p:blipFill>
        <p:spPr>
          <a:xfrm>
            <a:off x="921544" y="2571750"/>
            <a:ext cx="64293" cy="64293"/>
          </a:xfrm>
          <a:prstGeom prst="rect">
            <a:avLst/>
          </a:prstGeom>
          <a:noFill/>
          <a:ln>
            <a:noFill/>
          </a:ln>
        </p:spPr>
      </p:pic>
      <p:pic>
        <p:nvPicPr>
          <p:cNvPr descr="object 10" id="1005" name="Google Shape;1005;p44"/>
          <p:cNvPicPr preferRelativeResize="0"/>
          <p:nvPr/>
        </p:nvPicPr>
        <p:blipFill rotWithShape="1">
          <a:blip r:embed="rId3">
            <a:alphaModFix/>
          </a:blip>
          <a:srcRect b="0" l="0" r="0" t="0"/>
          <a:stretch/>
        </p:blipFill>
        <p:spPr>
          <a:xfrm>
            <a:off x="857250" y="2457450"/>
            <a:ext cx="64293" cy="64293"/>
          </a:xfrm>
          <a:prstGeom prst="rect">
            <a:avLst/>
          </a:prstGeom>
          <a:noFill/>
          <a:ln>
            <a:noFill/>
          </a:ln>
        </p:spPr>
      </p:pic>
      <p:grpSp>
        <p:nvGrpSpPr>
          <p:cNvPr id="1006" name="Google Shape;1006;p44"/>
          <p:cNvGrpSpPr/>
          <p:nvPr/>
        </p:nvGrpSpPr>
        <p:grpSpPr>
          <a:xfrm>
            <a:off x="-1" y="-1"/>
            <a:ext cx="2336020" cy="2278854"/>
            <a:chOff x="-1" y="-1"/>
            <a:chExt cx="4152924" cy="4051296"/>
          </a:xfrm>
        </p:grpSpPr>
        <p:sp>
          <p:nvSpPr>
            <p:cNvPr id="1007" name="Google Shape;1007;p44"/>
            <p:cNvSpPr/>
            <p:nvPr/>
          </p:nvSpPr>
          <p:spPr>
            <a:xfrm>
              <a:off x="-1" y="-1"/>
              <a:ext cx="4152924" cy="4051296"/>
            </a:xfrm>
            <a:custGeom>
              <a:rect b="b" l="l" r="r" t="t"/>
              <a:pathLst>
                <a:path extrusionOk="0" h="21600" w="21600">
                  <a:moveTo>
                    <a:pt x="8290" y="21600"/>
                  </a:moveTo>
                  <a:lnTo>
                    <a:pt x="7963" y="21596"/>
                  </a:lnTo>
                  <a:lnTo>
                    <a:pt x="7637" y="21584"/>
                  </a:lnTo>
                  <a:lnTo>
                    <a:pt x="7311" y="21563"/>
                  </a:lnTo>
                  <a:lnTo>
                    <a:pt x="6985" y="21534"/>
                  </a:lnTo>
                  <a:lnTo>
                    <a:pt x="6661" y="21497"/>
                  </a:lnTo>
                  <a:lnTo>
                    <a:pt x="6337" y="21452"/>
                  </a:lnTo>
                  <a:lnTo>
                    <a:pt x="6014" y="21399"/>
                  </a:lnTo>
                  <a:lnTo>
                    <a:pt x="5693" y="21338"/>
                  </a:lnTo>
                  <a:lnTo>
                    <a:pt x="5374" y="21268"/>
                  </a:lnTo>
                  <a:lnTo>
                    <a:pt x="5056" y="21191"/>
                  </a:lnTo>
                  <a:lnTo>
                    <a:pt x="4740" y="21106"/>
                  </a:lnTo>
                  <a:lnTo>
                    <a:pt x="4426" y="21012"/>
                  </a:lnTo>
                  <a:lnTo>
                    <a:pt x="4115" y="20911"/>
                  </a:lnTo>
                  <a:lnTo>
                    <a:pt x="3806" y="20802"/>
                  </a:lnTo>
                  <a:lnTo>
                    <a:pt x="3500" y="20686"/>
                  </a:lnTo>
                  <a:lnTo>
                    <a:pt x="3196" y="20561"/>
                  </a:lnTo>
                  <a:lnTo>
                    <a:pt x="2896" y="20429"/>
                  </a:lnTo>
                  <a:lnTo>
                    <a:pt x="2599" y="20290"/>
                  </a:lnTo>
                  <a:lnTo>
                    <a:pt x="2306" y="20143"/>
                  </a:lnTo>
                  <a:lnTo>
                    <a:pt x="2016" y="19989"/>
                  </a:lnTo>
                  <a:lnTo>
                    <a:pt x="1729" y="19827"/>
                  </a:lnTo>
                  <a:lnTo>
                    <a:pt x="1447" y="19659"/>
                  </a:lnTo>
                  <a:lnTo>
                    <a:pt x="1169" y="19483"/>
                  </a:lnTo>
                  <a:lnTo>
                    <a:pt x="895" y="19301"/>
                  </a:lnTo>
                  <a:lnTo>
                    <a:pt x="626" y="19111"/>
                  </a:lnTo>
                  <a:lnTo>
                    <a:pt x="361" y="18915"/>
                  </a:lnTo>
                  <a:lnTo>
                    <a:pt x="101" y="18712"/>
                  </a:lnTo>
                  <a:lnTo>
                    <a:pt x="0" y="18630"/>
                  </a:lnTo>
                  <a:lnTo>
                    <a:pt x="0" y="0"/>
                  </a:lnTo>
                  <a:lnTo>
                    <a:pt x="19103" y="0"/>
                  </a:lnTo>
                  <a:lnTo>
                    <a:pt x="19172" y="100"/>
                  </a:lnTo>
                  <a:lnTo>
                    <a:pt x="19357" y="376"/>
                  </a:lnTo>
                  <a:lnTo>
                    <a:pt x="19535" y="657"/>
                  </a:lnTo>
                  <a:lnTo>
                    <a:pt x="19706" y="942"/>
                  </a:lnTo>
                  <a:lnTo>
                    <a:pt x="19871" y="1231"/>
                  </a:lnTo>
                  <a:lnTo>
                    <a:pt x="20028" y="1524"/>
                  </a:lnTo>
                  <a:lnTo>
                    <a:pt x="20179" y="1822"/>
                  </a:lnTo>
                  <a:lnTo>
                    <a:pt x="20322" y="2123"/>
                  </a:lnTo>
                  <a:lnTo>
                    <a:pt x="20458" y="2427"/>
                  </a:lnTo>
                  <a:lnTo>
                    <a:pt x="20587" y="2735"/>
                  </a:lnTo>
                  <a:lnTo>
                    <a:pt x="20708" y="3046"/>
                  </a:lnTo>
                  <a:lnTo>
                    <a:pt x="20822" y="3360"/>
                  </a:lnTo>
                  <a:lnTo>
                    <a:pt x="20928" y="3676"/>
                  </a:lnTo>
                  <a:lnTo>
                    <a:pt x="21027" y="3995"/>
                  </a:lnTo>
                  <a:lnTo>
                    <a:pt x="21118" y="4317"/>
                  </a:lnTo>
                  <a:lnTo>
                    <a:pt x="21201" y="4641"/>
                  </a:lnTo>
                  <a:lnTo>
                    <a:pt x="21277" y="4967"/>
                  </a:lnTo>
                  <a:lnTo>
                    <a:pt x="21344" y="5294"/>
                  </a:lnTo>
                  <a:lnTo>
                    <a:pt x="21404" y="5624"/>
                  </a:lnTo>
                  <a:lnTo>
                    <a:pt x="21456" y="5954"/>
                  </a:lnTo>
                  <a:lnTo>
                    <a:pt x="21500" y="6286"/>
                  </a:lnTo>
                  <a:lnTo>
                    <a:pt x="21536" y="6619"/>
                  </a:lnTo>
                  <a:lnTo>
                    <a:pt x="21564" y="6952"/>
                  </a:lnTo>
                  <a:lnTo>
                    <a:pt x="21584" y="7287"/>
                  </a:lnTo>
                  <a:lnTo>
                    <a:pt x="21596" y="7621"/>
                  </a:lnTo>
                  <a:lnTo>
                    <a:pt x="21600" y="7956"/>
                  </a:lnTo>
                  <a:lnTo>
                    <a:pt x="21599" y="8124"/>
                  </a:lnTo>
                  <a:lnTo>
                    <a:pt x="21591" y="8458"/>
                  </a:lnTo>
                  <a:lnTo>
                    <a:pt x="21575" y="8793"/>
                  </a:lnTo>
                  <a:lnTo>
                    <a:pt x="21551" y="9127"/>
                  </a:lnTo>
                  <a:lnTo>
                    <a:pt x="21519" y="9460"/>
                  </a:lnTo>
                  <a:lnTo>
                    <a:pt x="21479" y="9792"/>
                  </a:lnTo>
                  <a:lnTo>
                    <a:pt x="21431" y="10124"/>
                  </a:lnTo>
                  <a:lnTo>
                    <a:pt x="21375" y="10453"/>
                  </a:lnTo>
                  <a:lnTo>
                    <a:pt x="21311" y="10782"/>
                  </a:lnTo>
                  <a:lnTo>
                    <a:pt x="21240" y="11109"/>
                  </a:lnTo>
                  <a:lnTo>
                    <a:pt x="21160" y="11433"/>
                  </a:lnTo>
                  <a:lnTo>
                    <a:pt x="21073" y="11756"/>
                  </a:lnTo>
                  <a:lnTo>
                    <a:pt x="20978" y="12077"/>
                  </a:lnTo>
                  <a:lnTo>
                    <a:pt x="20876" y="12395"/>
                  </a:lnTo>
                  <a:lnTo>
                    <a:pt x="20766" y="12710"/>
                  </a:lnTo>
                  <a:lnTo>
                    <a:pt x="20648" y="13022"/>
                  </a:lnTo>
                  <a:lnTo>
                    <a:pt x="20523" y="13332"/>
                  </a:lnTo>
                  <a:lnTo>
                    <a:pt x="20391" y="13638"/>
                  </a:lnTo>
                  <a:lnTo>
                    <a:pt x="20251" y="13941"/>
                  </a:lnTo>
                  <a:lnTo>
                    <a:pt x="20104" y="14240"/>
                  </a:lnTo>
                  <a:lnTo>
                    <a:pt x="19950" y="14535"/>
                  </a:lnTo>
                  <a:lnTo>
                    <a:pt x="19789" y="14826"/>
                  </a:lnTo>
                  <a:lnTo>
                    <a:pt x="19622" y="15114"/>
                  </a:lnTo>
                  <a:lnTo>
                    <a:pt x="19447" y="15396"/>
                  </a:lnTo>
                  <a:lnTo>
                    <a:pt x="19265" y="15675"/>
                  </a:lnTo>
                  <a:lnTo>
                    <a:pt x="19077" y="15949"/>
                  </a:lnTo>
                  <a:lnTo>
                    <a:pt x="18883" y="16218"/>
                  </a:lnTo>
                  <a:lnTo>
                    <a:pt x="18682" y="16482"/>
                  </a:lnTo>
                  <a:lnTo>
                    <a:pt x="18474" y="16740"/>
                  </a:lnTo>
                  <a:lnTo>
                    <a:pt x="18261" y="16994"/>
                  </a:lnTo>
                  <a:lnTo>
                    <a:pt x="18042" y="17242"/>
                  </a:lnTo>
                  <a:lnTo>
                    <a:pt x="17816" y="17485"/>
                  </a:lnTo>
                  <a:lnTo>
                    <a:pt x="17585" y="17721"/>
                  </a:lnTo>
                  <a:lnTo>
                    <a:pt x="17349" y="17952"/>
                  </a:lnTo>
                  <a:lnTo>
                    <a:pt x="17107" y="18177"/>
                  </a:lnTo>
                  <a:lnTo>
                    <a:pt x="16859" y="18396"/>
                  </a:lnTo>
                  <a:lnTo>
                    <a:pt x="16607" y="18608"/>
                  </a:lnTo>
                  <a:lnTo>
                    <a:pt x="16349" y="18814"/>
                  </a:lnTo>
                  <a:lnTo>
                    <a:pt x="16087" y="19014"/>
                  </a:lnTo>
                  <a:lnTo>
                    <a:pt x="15820" y="19207"/>
                  </a:lnTo>
                  <a:lnTo>
                    <a:pt x="15548" y="19393"/>
                  </a:lnTo>
                  <a:lnTo>
                    <a:pt x="15272" y="19572"/>
                  </a:lnTo>
                  <a:lnTo>
                    <a:pt x="14992" y="19744"/>
                  </a:lnTo>
                  <a:lnTo>
                    <a:pt x="14708" y="19909"/>
                  </a:lnTo>
                  <a:lnTo>
                    <a:pt x="14420" y="20067"/>
                  </a:lnTo>
                  <a:lnTo>
                    <a:pt x="14128" y="20218"/>
                  </a:lnTo>
                  <a:lnTo>
                    <a:pt x="13833" y="20361"/>
                  </a:lnTo>
                  <a:lnTo>
                    <a:pt x="13534" y="20496"/>
                  </a:lnTo>
                  <a:lnTo>
                    <a:pt x="13232" y="20625"/>
                  </a:lnTo>
                  <a:lnTo>
                    <a:pt x="12927" y="20745"/>
                  </a:lnTo>
                  <a:lnTo>
                    <a:pt x="12620" y="20858"/>
                  </a:lnTo>
                  <a:lnTo>
                    <a:pt x="12310" y="20963"/>
                  </a:lnTo>
                  <a:lnTo>
                    <a:pt x="11997" y="21060"/>
                  </a:lnTo>
                  <a:lnTo>
                    <a:pt x="11682" y="21149"/>
                  </a:lnTo>
                  <a:lnTo>
                    <a:pt x="11365" y="21231"/>
                  </a:lnTo>
                  <a:lnTo>
                    <a:pt x="11047" y="21304"/>
                  </a:lnTo>
                  <a:lnTo>
                    <a:pt x="10726" y="21369"/>
                  </a:lnTo>
                  <a:lnTo>
                    <a:pt x="10404" y="21427"/>
                  </a:lnTo>
                  <a:lnTo>
                    <a:pt x="10081" y="21476"/>
                  </a:lnTo>
                  <a:lnTo>
                    <a:pt x="9757" y="21517"/>
                  </a:lnTo>
                  <a:lnTo>
                    <a:pt x="9432" y="21550"/>
                  </a:lnTo>
                  <a:lnTo>
                    <a:pt x="9106" y="21574"/>
                  </a:lnTo>
                  <a:lnTo>
                    <a:pt x="8780" y="21591"/>
                  </a:lnTo>
                  <a:lnTo>
                    <a:pt x="8453" y="21599"/>
                  </a:lnTo>
                  <a:lnTo>
                    <a:pt x="829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008" name="Google Shape;1008;p44"/>
            <p:cNvGrpSpPr/>
            <p:nvPr/>
          </p:nvGrpSpPr>
          <p:grpSpPr>
            <a:xfrm>
              <a:off x="250176" y="40155"/>
              <a:ext cx="2448159" cy="3473930"/>
              <a:chOff x="0" y="0"/>
              <a:chExt cx="2448159" cy="3473930"/>
            </a:xfrm>
          </p:grpSpPr>
          <p:sp>
            <p:nvSpPr>
              <p:cNvPr id="1009" name="Google Shape;1009;p44"/>
              <p:cNvSpPr/>
              <p:nvPr/>
            </p:nvSpPr>
            <p:spPr>
              <a:xfrm>
                <a:off x="0" y="0"/>
                <a:ext cx="540918" cy="563328"/>
              </a:xfrm>
              <a:custGeom>
                <a:rect b="b" l="l" r="r" t="t"/>
                <a:pathLst>
                  <a:path extrusionOk="0" h="21600" w="21600">
                    <a:moveTo>
                      <a:pt x="21600" y="8169"/>
                    </a:moveTo>
                    <a:lnTo>
                      <a:pt x="12987" y="8461"/>
                    </a:lnTo>
                    <a:lnTo>
                      <a:pt x="10364" y="0"/>
                    </a:lnTo>
                    <a:lnTo>
                      <a:pt x="7669" y="8915"/>
                    </a:lnTo>
                    <a:lnTo>
                      <a:pt x="0" y="8916"/>
                    </a:lnTo>
                    <a:lnTo>
                      <a:pt x="6094" y="13469"/>
                    </a:lnTo>
                    <a:lnTo>
                      <a:pt x="2677" y="21600"/>
                    </a:lnTo>
                    <a:lnTo>
                      <a:pt x="10741" y="16167"/>
                    </a:lnTo>
                    <a:lnTo>
                      <a:pt x="18518"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10" name="Google Shape;1010;p44"/>
              <p:cNvSpPr/>
              <p:nvPr/>
            </p:nvSpPr>
            <p:spPr>
              <a:xfrm>
                <a:off x="270039" y="1491577"/>
                <a:ext cx="377244" cy="392850"/>
              </a:xfrm>
              <a:custGeom>
                <a:rect b="b" l="l" r="r" t="t"/>
                <a:pathLst>
                  <a:path extrusionOk="0" h="21600" w="21600">
                    <a:moveTo>
                      <a:pt x="21600" y="8169"/>
                    </a:moveTo>
                    <a:lnTo>
                      <a:pt x="12986" y="8461"/>
                    </a:lnTo>
                    <a:lnTo>
                      <a:pt x="10364" y="0"/>
                    </a:lnTo>
                    <a:lnTo>
                      <a:pt x="7669" y="8915"/>
                    </a:lnTo>
                    <a:lnTo>
                      <a:pt x="0" y="8915"/>
                    </a:lnTo>
                    <a:lnTo>
                      <a:pt x="6094" y="13469"/>
                    </a:lnTo>
                    <a:lnTo>
                      <a:pt x="2677" y="21600"/>
                    </a:lnTo>
                    <a:lnTo>
                      <a:pt x="10741" y="16167"/>
                    </a:lnTo>
                    <a:lnTo>
                      <a:pt x="18517" y="21600"/>
                    </a:lnTo>
                    <a:lnTo>
                      <a:pt x="14916"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11" name="Google Shape;1011;p44"/>
              <p:cNvSpPr/>
              <p:nvPr/>
            </p:nvSpPr>
            <p:spPr>
              <a:xfrm>
                <a:off x="631063" y="3077516"/>
                <a:ext cx="380646" cy="396414"/>
              </a:xfrm>
              <a:custGeom>
                <a:rect b="b" l="l" r="r" t="t"/>
                <a:pathLst>
                  <a:path extrusionOk="0" h="21600" w="21600">
                    <a:moveTo>
                      <a:pt x="21600" y="8170"/>
                    </a:moveTo>
                    <a:lnTo>
                      <a:pt x="12986" y="8461"/>
                    </a:lnTo>
                    <a:lnTo>
                      <a:pt x="10365" y="0"/>
                    </a:lnTo>
                    <a:lnTo>
                      <a:pt x="7669" y="8916"/>
                    </a:lnTo>
                    <a:lnTo>
                      <a:pt x="0" y="8916"/>
                    </a:lnTo>
                    <a:lnTo>
                      <a:pt x="6095" y="13469"/>
                    </a:lnTo>
                    <a:lnTo>
                      <a:pt x="2677" y="21600"/>
                    </a:lnTo>
                    <a:lnTo>
                      <a:pt x="10741" y="16167"/>
                    </a:lnTo>
                    <a:lnTo>
                      <a:pt x="18518" y="21599"/>
                    </a:lnTo>
                    <a:lnTo>
                      <a:pt x="14917" y="13014"/>
                    </a:lnTo>
                    <a:lnTo>
                      <a:pt x="21600" y="817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12" name="Google Shape;1012;p44"/>
              <p:cNvSpPr/>
              <p:nvPr/>
            </p:nvSpPr>
            <p:spPr>
              <a:xfrm>
                <a:off x="1806207" y="317423"/>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pic>
          <p:nvPicPr>
            <p:cNvPr descr="object 14" id="1013" name="Google Shape;1013;p44"/>
            <p:cNvPicPr preferRelativeResize="0"/>
            <p:nvPr/>
          </p:nvPicPr>
          <p:blipFill rotWithShape="1">
            <a:blip r:embed="rId3">
              <a:alphaModFix/>
            </a:blip>
            <a:srcRect b="0" l="0" r="0" t="0"/>
            <a:stretch/>
          </p:blipFill>
          <p:spPr>
            <a:xfrm>
              <a:off x="3873501" y="1003299"/>
              <a:ext cx="114301" cy="114301"/>
            </a:xfrm>
            <a:prstGeom prst="rect">
              <a:avLst/>
            </a:prstGeom>
            <a:noFill/>
            <a:ln>
              <a:noFill/>
            </a:ln>
          </p:spPr>
        </p:pic>
      </p:grpSp>
      <p:pic>
        <p:nvPicPr>
          <p:cNvPr descr="object 15" id="1014" name="Google Shape;1014;p44"/>
          <p:cNvPicPr preferRelativeResize="0"/>
          <p:nvPr/>
        </p:nvPicPr>
        <p:blipFill rotWithShape="1">
          <a:blip r:embed="rId3">
            <a:alphaModFix/>
          </a:blip>
          <a:srcRect b="0" l="0" r="0" t="0"/>
          <a:stretch/>
        </p:blipFill>
        <p:spPr>
          <a:xfrm>
            <a:off x="2514600" y="107156"/>
            <a:ext cx="64293" cy="64293"/>
          </a:xfrm>
          <a:prstGeom prst="rect">
            <a:avLst/>
          </a:prstGeom>
          <a:noFill/>
          <a:ln>
            <a:noFill/>
          </a:ln>
        </p:spPr>
      </p:pic>
      <p:pic>
        <p:nvPicPr>
          <p:cNvPr descr="object 16" id="1015" name="Google Shape;1015;p44"/>
          <p:cNvPicPr preferRelativeResize="0"/>
          <p:nvPr/>
        </p:nvPicPr>
        <p:blipFill rotWithShape="1">
          <a:blip r:embed="rId3">
            <a:alphaModFix/>
          </a:blip>
          <a:srcRect b="0" l="0" r="0" t="0"/>
          <a:stretch/>
        </p:blipFill>
        <p:spPr>
          <a:xfrm>
            <a:off x="3093244" y="207169"/>
            <a:ext cx="64293" cy="64293"/>
          </a:xfrm>
          <a:prstGeom prst="rect">
            <a:avLst/>
          </a:prstGeom>
          <a:noFill/>
          <a:ln>
            <a:noFill/>
          </a:ln>
        </p:spPr>
      </p:pic>
      <p:sp>
        <p:nvSpPr>
          <p:cNvPr id="1016" name="Google Shape;1016;p44"/>
          <p:cNvSpPr/>
          <p:nvPr/>
        </p:nvSpPr>
        <p:spPr>
          <a:xfrm>
            <a:off x="621506" y="403621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17" name="Google Shape;1017;p44"/>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18" name="Google Shape;1018;p44"/>
          <p:cNvSpPr/>
          <p:nvPr/>
        </p:nvSpPr>
        <p:spPr>
          <a:xfrm>
            <a:off x="8155297"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019" name="Google Shape;1019;p44"/>
          <p:cNvGrpSpPr/>
          <p:nvPr/>
        </p:nvGrpSpPr>
        <p:grpSpPr>
          <a:xfrm>
            <a:off x="7547699" y="3557588"/>
            <a:ext cx="1596313" cy="1585909"/>
            <a:chOff x="-2" y="0"/>
            <a:chExt cx="2837890" cy="2819394"/>
          </a:xfrm>
        </p:grpSpPr>
        <p:sp>
          <p:nvSpPr>
            <p:cNvPr id="1020" name="Google Shape;1020;p44"/>
            <p:cNvSpPr/>
            <p:nvPr/>
          </p:nvSpPr>
          <p:spPr>
            <a:xfrm>
              <a:off x="56564" y="0"/>
              <a:ext cx="2781324" cy="2819394"/>
            </a:xfrm>
            <a:custGeom>
              <a:rect b="b" l="l" r="r" t="t"/>
              <a:pathLst>
                <a:path extrusionOk="0" h="21600" w="21600">
                  <a:moveTo>
                    <a:pt x="21600" y="21600"/>
                  </a:moveTo>
                  <a:lnTo>
                    <a:pt x="2067" y="21600"/>
                  </a:lnTo>
                  <a:lnTo>
                    <a:pt x="2056" y="21582"/>
                  </a:lnTo>
                  <a:lnTo>
                    <a:pt x="1877" y="21280"/>
                  </a:lnTo>
                  <a:lnTo>
                    <a:pt x="1706" y="20973"/>
                  </a:lnTo>
                  <a:lnTo>
                    <a:pt x="1543" y="20663"/>
                  </a:lnTo>
                  <a:lnTo>
                    <a:pt x="1387" y="20348"/>
                  </a:lnTo>
                  <a:lnTo>
                    <a:pt x="1240" y="20030"/>
                  </a:lnTo>
                  <a:lnTo>
                    <a:pt x="1100" y="19709"/>
                  </a:lnTo>
                  <a:lnTo>
                    <a:pt x="968" y="19384"/>
                  </a:lnTo>
                  <a:lnTo>
                    <a:pt x="845" y="19056"/>
                  </a:lnTo>
                  <a:lnTo>
                    <a:pt x="729" y="18725"/>
                  </a:lnTo>
                  <a:lnTo>
                    <a:pt x="622" y="18392"/>
                  </a:lnTo>
                  <a:lnTo>
                    <a:pt x="523" y="18056"/>
                  </a:lnTo>
                  <a:lnTo>
                    <a:pt x="433" y="17718"/>
                  </a:lnTo>
                  <a:lnTo>
                    <a:pt x="351" y="17377"/>
                  </a:lnTo>
                  <a:lnTo>
                    <a:pt x="278" y="17035"/>
                  </a:lnTo>
                  <a:lnTo>
                    <a:pt x="213" y="16691"/>
                  </a:lnTo>
                  <a:lnTo>
                    <a:pt x="156" y="16346"/>
                  </a:lnTo>
                  <a:lnTo>
                    <a:pt x="109" y="15999"/>
                  </a:lnTo>
                  <a:lnTo>
                    <a:pt x="70" y="15651"/>
                  </a:lnTo>
                  <a:lnTo>
                    <a:pt x="39" y="15303"/>
                  </a:lnTo>
                  <a:lnTo>
                    <a:pt x="17" y="14953"/>
                  </a:lnTo>
                  <a:lnTo>
                    <a:pt x="4" y="14604"/>
                  </a:lnTo>
                  <a:lnTo>
                    <a:pt x="0" y="14254"/>
                  </a:lnTo>
                  <a:lnTo>
                    <a:pt x="1" y="14079"/>
                  </a:lnTo>
                  <a:lnTo>
                    <a:pt x="10" y="13729"/>
                  </a:lnTo>
                  <a:lnTo>
                    <a:pt x="27" y="13380"/>
                  </a:lnTo>
                  <a:lnTo>
                    <a:pt x="53" y="13031"/>
                  </a:lnTo>
                  <a:lnTo>
                    <a:pt x="88" y="12683"/>
                  </a:lnTo>
                  <a:lnTo>
                    <a:pt x="131" y="12336"/>
                  </a:lnTo>
                  <a:lnTo>
                    <a:pt x="183" y="11990"/>
                  </a:lnTo>
                  <a:lnTo>
                    <a:pt x="244" y="11645"/>
                  </a:lnTo>
                  <a:lnTo>
                    <a:pt x="313" y="11302"/>
                  </a:lnTo>
                  <a:lnTo>
                    <a:pt x="391" y="10961"/>
                  </a:lnTo>
                  <a:lnTo>
                    <a:pt x="477" y="10621"/>
                  </a:lnTo>
                  <a:lnTo>
                    <a:pt x="572" y="10284"/>
                  </a:lnTo>
                  <a:lnTo>
                    <a:pt x="675" y="9949"/>
                  </a:lnTo>
                  <a:lnTo>
                    <a:pt x="786" y="9617"/>
                  </a:lnTo>
                  <a:lnTo>
                    <a:pt x="905" y="9288"/>
                  </a:lnTo>
                  <a:lnTo>
                    <a:pt x="1033" y="8961"/>
                  </a:lnTo>
                  <a:lnTo>
                    <a:pt x="1169" y="8638"/>
                  </a:lnTo>
                  <a:lnTo>
                    <a:pt x="1312" y="8318"/>
                  </a:lnTo>
                  <a:lnTo>
                    <a:pt x="1464" y="8002"/>
                  </a:lnTo>
                  <a:lnTo>
                    <a:pt x="1624" y="7690"/>
                  </a:lnTo>
                  <a:lnTo>
                    <a:pt x="1791" y="7381"/>
                  </a:lnTo>
                  <a:lnTo>
                    <a:pt x="1965" y="7077"/>
                  </a:lnTo>
                  <a:lnTo>
                    <a:pt x="2148" y="6777"/>
                  </a:lnTo>
                  <a:lnTo>
                    <a:pt x="2338" y="6481"/>
                  </a:lnTo>
                  <a:lnTo>
                    <a:pt x="2535" y="6190"/>
                  </a:lnTo>
                  <a:lnTo>
                    <a:pt x="2739" y="5904"/>
                  </a:lnTo>
                  <a:lnTo>
                    <a:pt x="2950" y="5623"/>
                  </a:lnTo>
                  <a:lnTo>
                    <a:pt x="3168" y="5347"/>
                  </a:lnTo>
                  <a:lnTo>
                    <a:pt x="3393" y="5077"/>
                  </a:lnTo>
                  <a:lnTo>
                    <a:pt x="3625" y="4812"/>
                  </a:lnTo>
                  <a:lnTo>
                    <a:pt x="3863" y="4553"/>
                  </a:lnTo>
                  <a:lnTo>
                    <a:pt x="4107" y="4299"/>
                  </a:lnTo>
                  <a:lnTo>
                    <a:pt x="4358" y="4052"/>
                  </a:lnTo>
                  <a:lnTo>
                    <a:pt x="4615" y="3811"/>
                  </a:lnTo>
                  <a:lnTo>
                    <a:pt x="4878" y="3576"/>
                  </a:lnTo>
                  <a:lnTo>
                    <a:pt x="5146" y="3347"/>
                  </a:lnTo>
                  <a:lnTo>
                    <a:pt x="5421" y="3125"/>
                  </a:lnTo>
                  <a:lnTo>
                    <a:pt x="5700" y="2910"/>
                  </a:lnTo>
                  <a:lnTo>
                    <a:pt x="5985" y="2702"/>
                  </a:lnTo>
                  <a:lnTo>
                    <a:pt x="6275" y="2500"/>
                  </a:lnTo>
                  <a:lnTo>
                    <a:pt x="6570" y="2306"/>
                  </a:lnTo>
                  <a:lnTo>
                    <a:pt x="6869" y="2119"/>
                  </a:lnTo>
                  <a:lnTo>
                    <a:pt x="7174" y="1939"/>
                  </a:lnTo>
                  <a:lnTo>
                    <a:pt x="7482" y="1767"/>
                  </a:lnTo>
                  <a:lnTo>
                    <a:pt x="7795" y="1602"/>
                  </a:lnTo>
                  <a:lnTo>
                    <a:pt x="8112" y="1444"/>
                  </a:lnTo>
                  <a:lnTo>
                    <a:pt x="8432" y="1295"/>
                  </a:lnTo>
                  <a:lnTo>
                    <a:pt x="8756" y="1153"/>
                  </a:lnTo>
                  <a:lnTo>
                    <a:pt x="9084" y="1019"/>
                  </a:lnTo>
                  <a:lnTo>
                    <a:pt x="9415" y="893"/>
                  </a:lnTo>
                  <a:lnTo>
                    <a:pt x="9749" y="775"/>
                  </a:lnTo>
                  <a:lnTo>
                    <a:pt x="10086" y="666"/>
                  </a:lnTo>
                  <a:lnTo>
                    <a:pt x="10425" y="564"/>
                  </a:lnTo>
                  <a:lnTo>
                    <a:pt x="10767" y="471"/>
                  </a:lnTo>
                  <a:lnTo>
                    <a:pt x="11111" y="386"/>
                  </a:lnTo>
                  <a:lnTo>
                    <a:pt x="11457" y="309"/>
                  </a:lnTo>
                  <a:lnTo>
                    <a:pt x="11805" y="241"/>
                  </a:lnTo>
                  <a:lnTo>
                    <a:pt x="12154" y="181"/>
                  </a:lnTo>
                  <a:lnTo>
                    <a:pt x="12505" y="130"/>
                  </a:lnTo>
                  <a:lnTo>
                    <a:pt x="12857" y="87"/>
                  </a:lnTo>
                  <a:lnTo>
                    <a:pt x="13210" y="53"/>
                  </a:lnTo>
                  <a:lnTo>
                    <a:pt x="13563" y="27"/>
                  </a:lnTo>
                  <a:lnTo>
                    <a:pt x="13917" y="10"/>
                  </a:lnTo>
                  <a:lnTo>
                    <a:pt x="14272" y="1"/>
                  </a:lnTo>
                  <a:lnTo>
                    <a:pt x="14449" y="0"/>
                  </a:lnTo>
                  <a:lnTo>
                    <a:pt x="14627" y="1"/>
                  </a:lnTo>
                  <a:lnTo>
                    <a:pt x="14981" y="10"/>
                  </a:lnTo>
                  <a:lnTo>
                    <a:pt x="15335" y="27"/>
                  </a:lnTo>
                  <a:lnTo>
                    <a:pt x="15689" y="53"/>
                  </a:lnTo>
                  <a:lnTo>
                    <a:pt x="16042" y="87"/>
                  </a:lnTo>
                  <a:lnTo>
                    <a:pt x="16394" y="130"/>
                  </a:lnTo>
                  <a:lnTo>
                    <a:pt x="16745" y="181"/>
                  </a:lnTo>
                  <a:lnTo>
                    <a:pt x="17094" y="241"/>
                  </a:lnTo>
                  <a:lnTo>
                    <a:pt x="17442" y="309"/>
                  </a:lnTo>
                  <a:lnTo>
                    <a:pt x="17788" y="386"/>
                  </a:lnTo>
                  <a:lnTo>
                    <a:pt x="18132" y="471"/>
                  </a:lnTo>
                  <a:lnTo>
                    <a:pt x="18474" y="564"/>
                  </a:lnTo>
                  <a:lnTo>
                    <a:pt x="18813" y="666"/>
                  </a:lnTo>
                  <a:lnTo>
                    <a:pt x="19150" y="775"/>
                  </a:lnTo>
                  <a:lnTo>
                    <a:pt x="19484" y="893"/>
                  </a:lnTo>
                  <a:lnTo>
                    <a:pt x="19815" y="1019"/>
                  </a:lnTo>
                  <a:lnTo>
                    <a:pt x="20142" y="1153"/>
                  </a:lnTo>
                  <a:lnTo>
                    <a:pt x="20466" y="1295"/>
                  </a:lnTo>
                  <a:lnTo>
                    <a:pt x="20787" y="1444"/>
                  </a:lnTo>
                  <a:lnTo>
                    <a:pt x="21104" y="1602"/>
                  </a:lnTo>
                  <a:lnTo>
                    <a:pt x="21417" y="1767"/>
                  </a:lnTo>
                  <a:lnTo>
                    <a:pt x="21600" y="1868"/>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021" name="Google Shape;1021;p44"/>
            <p:cNvGrpSpPr/>
            <p:nvPr/>
          </p:nvGrpSpPr>
          <p:grpSpPr>
            <a:xfrm>
              <a:off x="-2" y="564652"/>
              <a:ext cx="2448159" cy="1884384"/>
              <a:chOff x="-1" y="-1"/>
              <a:chExt cx="2448159" cy="1884384"/>
            </a:xfrm>
          </p:grpSpPr>
          <p:sp>
            <p:nvSpPr>
              <p:cNvPr id="1022" name="Google Shape;1022;p44"/>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23" name="Google Shape;1023;p44"/>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24" name="Google Shape;1024;p44"/>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1025" name="Google Shape;1025;p44"/>
          <p:cNvSpPr/>
          <p:nvPr/>
        </p:nvSpPr>
        <p:spPr>
          <a:xfrm>
            <a:off x="8355697"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26" name="Google Shape;1026;p44"/>
          <p:cNvSpPr/>
          <p:nvPr/>
        </p:nvSpPr>
        <p:spPr>
          <a:xfrm>
            <a:off x="7736768"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25" id="1027" name="Google Shape;1027;p44"/>
          <p:cNvPicPr preferRelativeResize="0"/>
          <p:nvPr/>
        </p:nvPicPr>
        <p:blipFill rotWithShape="1">
          <a:blip r:embed="rId3">
            <a:alphaModFix/>
          </a:blip>
          <a:srcRect b="0" l="0" r="0" t="0"/>
          <a:stretch/>
        </p:blipFill>
        <p:spPr>
          <a:xfrm>
            <a:off x="8201114" y="2321719"/>
            <a:ext cx="64295" cy="64293"/>
          </a:xfrm>
          <a:prstGeom prst="rect">
            <a:avLst/>
          </a:prstGeom>
          <a:noFill/>
          <a:ln>
            <a:noFill/>
          </a:ln>
        </p:spPr>
      </p:pic>
      <p:pic>
        <p:nvPicPr>
          <p:cNvPr descr="object 26" id="1028" name="Google Shape;1028;p44"/>
          <p:cNvPicPr preferRelativeResize="0"/>
          <p:nvPr/>
        </p:nvPicPr>
        <p:blipFill rotWithShape="1">
          <a:blip r:embed="rId3">
            <a:alphaModFix/>
          </a:blip>
          <a:srcRect b="0" l="0" r="0" t="0"/>
          <a:stretch/>
        </p:blipFill>
        <p:spPr>
          <a:xfrm>
            <a:off x="8079670" y="2321719"/>
            <a:ext cx="64295" cy="64293"/>
          </a:xfrm>
          <a:prstGeom prst="rect">
            <a:avLst/>
          </a:prstGeom>
          <a:noFill/>
          <a:ln>
            <a:noFill/>
          </a:ln>
        </p:spPr>
      </p:pic>
      <p:pic>
        <p:nvPicPr>
          <p:cNvPr descr="object 27" id="1029" name="Google Shape;1029;p44"/>
          <p:cNvPicPr preferRelativeResize="0"/>
          <p:nvPr/>
        </p:nvPicPr>
        <p:blipFill rotWithShape="1">
          <a:blip r:embed="rId3">
            <a:alphaModFix/>
          </a:blip>
          <a:srcRect b="0" l="0" r="0" t="0"/>
          <a:stretch/>
        </p:blipFill>
        <p:spPr>
          <a:xfrm>
            <a:off x="8143964" y="2436019"/>
            <a:ext cx="64295" cy="64293"/>
          </a:xfrm>
          <a:prstGeom prst="rect">
            <a:avLst/>
          </a:prstGeom>
          <a:noFill/>
          <a:ln>
            <a:noFill/>
          </a:ln>
        </p:spPr>
      </p:pic>
      <p:pic>
        <p:nvPicPr>
          <p:cNvPr descr="object 28" id="1030" name="Google Shape;1030;p44"/>
          <p:cNvPicPr preferRelativeResize="0"/>
          <p:nvPr/>
        </p:nvPicPr>
        <p:blipFill rotWithShape="1">
          <a:blip r:embed="rId3">
            <a:alphaModFix/>
          </a:blip>
          <a:srcRect b="0" l="0" r="0" t="0"/>
          <a:stretch/>
        </p:blipFill>
        <p:spPr>
          <a:xfrm>
            <a:off x="6822368" y="4329113"/>
            <a:ext cx="64295" cy="64293"/>
          </a:xfrm>
          <a:prstGeom prst="rect">
            <a:avLst/>
          </a:prstGeom>
          <a:noFill/>
          <a:ln>
            <a:noFill/>
          </a:ln>
        </p:spPr>
      </p:pic>
      <p:pic>
        <p:nvPicPr>
          <p:cNvPr descr="object 29" id="1031" name="Google Shape;1031;p44"/>
          <p:cNvPicPr preferRelativeResize="0"/>
          <p:nvPr/>
        </p:nvPicPr>
        <p:blipFill rotWithShape="1">
          <a:blip r:embed="rId3">
            <a:alphaModFix/>
          </a:blip>
          <a:srcRect b="0" l="0" r="0" t="0"/>
          <a:stretch/>
        </p:blipFill>
        <p:spPr>
          <a:xfrm>
            <a:off x="6486612" y="4786313"/>
            <a:ext cx="64295" cy="64293"/>
          </a:xfrm>
          <a:prstGeom prst="rect">
            <a:avLst/>
          </a:prstGeom>
          <a:noFill/>
          <a:ln>
            <a:noFill/>
          </a:ln>
        </p:spPr>
      </p:pic>
      <p:pic>
        <p:nvPicPr>
          <p:cNvPr descr="object 30" id="1032" name="Google Shape;1032;p44"/>
          <p:cNvPicPr preferRelativeResize="0"/>
          <p:nvPr/>
        </p:nvPicPr>
        <p:blipFill rotWithShape="1">
          <a:blip r:embed="rId3">
            <a:alphaModFix/>
          </a:blip>
          <a:srcRect b="0" l="0" r="0" t="0"/>
          <a:stretch/>
        </p:blipFill>
        <p:spPr>
          <a:xfrm>
            <a:off x="5907968" y="4686300"/>
            <a:ext cx="64295" cy="64293"/>
          </a:xfrm>
          <a:prstGeom prst="rect">
            <a:avLst/>
          </a:prstGeom>
          <a:noFill/>
          <a:ln>
            <a:noFill/>
          </a:ln>
        </p:spPr>
      </p:pic>
      <p:sp>
        <p:nvSpPr>
          <p:cNvPr id="1033" name="Google Shape;1033;p44"/>
          <p:cNvSpPr/>
          <p:nvPr/>
        </p:nvSpPr>
        <p:spPr>
          <a:xfrm>
            <a:off x="8236833"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34" name="Google Shape;1034;p44"/>
          <p:cNvSpPr txBox="1"/>
          <p:nvPr/>
        </p:nvSpPr>
        <p:spPr>
          <a:xfrm>
            <a:off x="2859671" y="2298713"/>
            <a:ext cx="3627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Fun</a:t>
            </a:r>
            <a:r>
              <a:rPr b="1" i="0" lang="en-GB" sz="2500" u="none" cap="none" strike="noStrike">
                <a:solidFill>
                  <a:srgbClr val="0066FF"/>
                </a:solidFill>
                <a:latin typeface="Poppins"/>
                <a:ea typeface="Poppins"/>
                <a:cs typeface="Poppins"/>
                <a:sym typeface="Poppins"/>
              </a:rPr>
              <a:t> Activity </a:t>
            </a:r>
            <a:r>
              <a:rPr b="1" lang="en-GB" sz="2500">
                <a:solidFill>
                  <a:srgbClr val="0066FF"/>
                </a:solidFill>
                <a:latin typeface="Poppins"/>
                <a:ea typeface="Poppins"/>
                <a:cs typeface="Poppins"/>
                <a:sym typeface="Poppins"/>
              </a:rPr>
              <a:t>2</a:t>
            </a:r>
            <a:endParaRPr b="0" i="0" sz="2500" u="none" cap="none" strike="noStrike">
              <a:solidFill>
                <a:srgbClr val="000000"/>
              </a:solidFill>
              <a:latin typeface="Arial"/>
              <a:ea typeface="Arial"/>
              <a:cs typeface="Arial"/>
              <a:sym typeface="Arial"/>
            </a:endParaRPr>
          </a:p>
        </p:txBody>
      </p:sp>
      <p:sp>
        <p:nvSpPr>
          <p:cNvPr id="1035" name="Google Shape;1035;p44"/>
          <p:cNvSpPr txBox="1"/>
          <p:nvPr/>
        </p:nvSpPr>
        <p:spPr>
          <a:xfrm>
            <a:off x="4008100" y="1268900"/>
            <a:ext cx="1475100" cy="8313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F7C849"/>
              </a:buClr>
              <a:buSzPts val="3800"/>
              <a:buFont typeface="Poppins"/>
              <a:buNone/>
            </a:pPr>
            <a:r>
              <a:rPr lang="en-GB" sz="2700">
                <a:solidFill>
                  <a:srgbClr val="F7C849"/>
                </a:solidFill>
                <a:latin typeface="Poppins"/>
                <a:ea typeface="Poppins"/>
                <a:cs typeface="Poppins"/>
                <a:sym typeface="Poppins"/>
              </a:rPr>
              <a:t>10 </a:t>
            </a:r>
            <a:r>
              <a:rPr b="0" i="0" lang="en-GB" sz="2700" u="none" cap="none" strike="noStrike">
                <a:solidFill>
                  <a:srgbClr val="F7C849"/>
                </a:solidFill>
                <a:latin typeface="Poppins"/>
                <a:ea typeface="Poppins"/>
                <a:cs typeface="Poppins"/>
                <a:sym typeface="Poppins"/>
              </a:rPr>
              <a:t>mins</a:t>
            </a:r>
            <a:endParaRPr b="0" i="0" sz="2700" u="none" cap="none" strike="noStrike">
              <a:solidFill>
                <a:srgbClr val="F7C849"/>
              </a:solidFill>
              <a:latin typeface="Poppins"/>
              <a:ea typeface="Poppins"/>
              <a:cs typeface="Poppins"/>
              <a:sym typeface="Poppins"/>
            </a:endParaRPr>
          </a:p>
          <a:p>
            <a:pPr indent="0" lvl="0" marL="0" marR="0" rtl="0" algn="ctr">
              <a:lnSpc>
                <a:spcPct val="100000"/>
              </a:lnSpc>
              <a:spcBef>
                <a:spcPts val="0"/>
              </a:spcBef>
              <a:spcAft>
                <a:spcPts val="0"/>
              </a:spcAft>
              <a:buClr>
                <a:srgbClr val="F7C849"/>
              </a:buClr>
              <a:buSzPts val="3800"/>
              <a:buFont typeface="Poppins"/>
              <a:buNone/>
            </a:pPr>
            <a:r>
              <a:rPr lang="en-GB" sz="2700">
                <a:solidFill>
                  <a:srgbClr val="F7C849"/>
                </a:solidFill>
                <a:latin typeface="Poppins"/>
                <a:ea typeface="Poppins"/>
                <a:cs typeface="Poppins"/>
                <a:sym typeface="Poppins"/>
              </a:rPr>
              <a:t>Optional</a:t>
            </a:r>
            <a:endParaRPr sz="2700">
              <a:solidFill>
                <a:srgbClr val="F7C849"/>
              </a:solidFill>
              <a:latin typeface="Poppins"/>
              <a:ea typeface="Poppins"/>
              <a:cs typeface="Poppins"/>
              <a:sym typeface="Poppins"/>
            </a:endParaRPr>
          </a:p>
        </p:txBody>
      </p:sp>
      <p:sp>
        <p:nvSpPr>
          <p:cNvPr id="1036" name="Google Shape;1036;p44"/>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0" name="Shape 1040"/>
        <p:cNvGrpSpPr/>
        <p:nvPr/>
      </p:nvGrpSpPr>
      <p:grpSpPr>
        <a:xfrm>
          <a:off x="0" y="0"/>
          <a:ext cx="0" cy="0"/>
          <a:chOff x="0" y="0"/>
          <a:chExt cx="0" cy="0"/>
        </a:xfrm>
      </p:grpSpPr>
      <p:sp>
        <p:nvSpPr>
          <p:cNvPr id="1041" name="Google Shape;1041;p45"/>
          <p:cNvSpPr txBox="1"/>
          <p:nvPr/>
        </p:nvSpPr>
        <p:spPr>
          <a:xfrm>
            <a:off x="2758528"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Arial"/>
              <a:buNone/>
            </a:pPr>
            <a:r>
              <a:t/>
            </a:r>
            <a:endParaRPr b="0" i="0" sz="800" u="none" cap="none" strike="noStrike">
              <a:solidFill>
                <a:srgbClr val="000000"/>
              </a:solidFill>
              <a:latin typeface="Arial"/>
              <a:ea typeface="Arial"/>
              <a:cs typeface="Arial"/>
              <a:sym typeface="Arial"/>
            </a:endParaRPr>
          </a:p>
        </p:txBody>
      </p:sp>
      <p:grpSp>
        <p:nvGrpSpPr>
          <p:cNvPr id="1042" name="Google Shape;1042;p45"/>
          <p:cNvGrpSpPr/>
          <p:nvPr/>
        </p:nvGrpSpPr>
        <p:grpSpPr>
          <a:xfrm>
            <a:off x="0" y="0"/>
            <a:ext cx="1540509" cy="1395081"/>
            <a:chOff x="-1" y="-1"/>
            <a:chExt cx="2539998" cy="2387610"/>
          </a:xfrm>
        </p:grpSpPr>
        <p:sp>
          <p:nvSpPr>
            <p:cNvPr id="1043" name="Google Shape;1043;p45"/>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1044" name="Google Shape;1044;p45"/>
            <p:cNvGrpSpPr/>
            <p:nvPr/>
          </p:nvGrpSpPr>
          <p:grpSpPr>
            <a:xfrm>
              <a:off x="180250" y="237004"/>
              <a:ext cx="2215000" cy="1884429"/>
              <a:chOff x="0" y="-1"/>
              <a:chExt cx="2215000" cy="1884429"/>
            </a:xfrm>
          </p:grpSpPr>
          <p:sp>
            <p:nvSpPr>
              <p:cNvPr id="1045" name="Google Shape;1045;p45"/>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46" name="Google Shape;1046;p45"/>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47" name="Google Shape;1047;p45"/>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grpSp>
        <p:nvGrpSpPr>
          <p:cNvPr id="1048" name="Google Shape;1048;p45"/>
          <p:cNvGrpSpPr/>
          <p:nvPr/>
        </p:nvGrpSpPr>
        <p:grpSpPr>
          <a:xfrm>
            <a:off x="7469873" y="3853757"/>
            <a:ext cx="1674074" cy="1326259"/>
            <a:chOff x="-2" y="-1"/>
            <a:chExt cx="2837895" cy="2438424"/>
          </a:xfrm>
        </p:grpSpPr>
        <p:sp>
          <p:nvSpPr>
            <p:cNvPr id="1049" name="Google Shape;1049;p45"/>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1050" name="Google Shape;1050;p45"/>
            <p:cNvGrpSpPr/>
            <p:nvPr/>
          </p:nvGrpSpPr>
          <p:grpSpPr>
            <a:xfrm>
              <a:off x="-2" y="183652"/>
              <a:ext cx="2448159" cy="1884384"/>
              <a:chOff x="-1" y="-1"/>
              <a:chExt cx="2448159" cy="1884384"/>
            </a:xfrm>
          </p:grpSpPr>
          <p:sp>
            <p:nvSpPr>
              <p:cNvPr id="1051" name="Google Shape;1051;p45"/>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52" name="Google Shape;1052;p45"/>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53" name="Google Shape;1053;p45"/>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grpSp>
      <p:sp>
        <p:nvSpPr>
          <p:cNvPr id="1054" name="Google Shape;1054;p45"/>
          <p:cNvSpPr/>
          <p:nvPr/>
        </p:nvSpPr>
        <p:spPr>
          <a:xfrm>
            <a:off x="388195" y="812770"/>
            <a:ext cx="8562996" cy="395274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nvGrpSpPr>
          <p:cNvPr id="1055" name="Google Shape;1055;p45"/>
          <p:cNvGrpSpPr/>
          <p:nvPr/>
        </p:nvGrpSpPr>
        <p:grpSpPr>
          <a:xfrm>
            <a:off x="-2" y="3951491"/>
            <a:ext cx="3141293" cy="1192012"/>
            <a:chOff x="-2" y="0"/>
            <a:chExt cx="5584520" cy="2119132"/>
          </a:xfrm>
        </p:grpSpPr>
        <p:sp>
          <p:nvSpPr>
            <p:cNvPr id="1056" name="Google Shape;1056;p45"/>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sp>
          <p:nvSpPr>
            <p:cNvPr id="1057" name="Google Shape;1057;p45"/>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Arial"/>
                <a:ea typeface="Arial"/>
                <a:cs typeface="Arial"/>
                <a:sym typeface="Arial"/>
              </a:endParaRPr>
            </a:p>
          </p:txBody>
        </p:sp>
      </p:grpSp>
      <p:sp>
        <p:nvSpPr>
          <p:cNvPr id="1058" name="Google Shape;1058;p45"/>
          <p:cNvSpPr txBox="1"/>
          <p:nvPr/>
        </p:nvSpPr>
        <p:spPr>
          <a:xfrm>
            <a:off x="1880750" y="223725"/>
            <a:ext cx="6016200" cy="4464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Clr>
                <a:srgbClr val="0066FF"/>
              </a:buClr>
              <a:buSzPts val="2900"/>
              <a:buFont typeface="Arial"/>
              <a:buNone/>
            </a:pPr>
            <a:r>
              <a:rPr b="1" lang="en-GB" sz="2900">
                <a:solidFill>
                  <a:srgbClr val="0066FF"/>
                </a:solidFill>
                <a:latin typeface="Poppins"/>
                <a:ea typeface="Poppins"/>
                <a:cs typeface="Poppins"/>
                <a:sym typeface="Poppins"/>
              </a:rPr>
              <a:t>Fun Activity 2</a:t>
            </a:r>
            <a:endParaRPr b="0" i="0" sz="1600" u="none" cap="none" strike="noStrike">
              <a:solidFill>
                <a:srgbClr val="4260FD"/>
              </a:solidFill>
              <a:latin typeface="Poppins"/>
              <a:ea typeface="Poppins"/>
              <a:cs typeface="Poppins"/>
              <a:sym typeface="Poppins"/>
            </a:endParaRPr>
          </a:p>
        </p:txBody>
      </p:sp>
      <p:sp>
        <p:nvSpPr>
          <p:cNvPr id="1059" name="Google Shape;1059;p45"/>
          <p:cNvSpPr txBox="1"/>
          <p:nvPr/>
        </p:nvSpPr>
        <p:spPr>
          <a:xfrm>
            <a:off x="1302925" y="1395075"/>
            <a:ext cx="2255100" cy="2339700"/>
          </a:xfrm>
          <a:prstGeom prst="rect">
            <a:avLst/>
          </a:prstGeom>
          <a:noFill/>
          <a:ln cap="flat" cmpd="sng" w="19050">
            <a:solidFill>
              <a:srgbClr val="000000"/>
            </a:solidFill>
            <a:prstDash val="lgDash"/>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GB">
                <a:solidFill>
                  <a:srgbClr val="3C78D8"/>
                </a:solidFill>
                <a:latin typeface="Poppins"/>
                <a:ea typeface="Poppins"/>
                <a:cs typeface="Poppins"/>
                <a:sym typeface="Poppins"/>
              </a:rPr>
              <a:t>It’s time to refresh ourselves with a cool activity! I have a </a:t>
            </a:r>
            <a:endParaRPr>
              <a:solidFill>
                <a:srgbClr val="3C78D8"/>
              </a:solidFill>
              <a:latin typeface="Poppins"/>
              <a:ea typeface="Poppins"/>
              <a:cs typeface="Poppins"/>
              <a:sym typeface="Poppins"/>
            </a:endParaRPr>
          </a:p>
          <a:p>
            <a:pPr indent="0" lvl="0" marL="0" rtl="0" algn="l">
              <a:spcBef>
                <a:spcPts val="0"/>
              </a:spcBef>
              <a:spcAft>
                <a:spcPts val="0"/>
              </a:spcAft>
              <a:buNone/>
            </a:pPr>
            <a:r>
              <a:rPr lang="en-GB">
                <a:solidFill>
                  <a:srgbClr val="3C78D8"/>
                </a:solidFill>
                <a:latin typeface="Poppins"/>
                <a:ea typeface="Poppins"/>
                <a:cs typeface="Poppins"/>
                <a:sym typeface="Poppins"/>
              </a:rPr>
              <a:t>“Timer app”  for you! </a:t>
            </a:r>
            <a:endParaRPr>
              <a:solidFill>
                <a:srgbClr val="3C78D8"/>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rPr lang="en-GB">
                <a:solidFill>
                  <a:schemeClr val="dk1"/>
                </a:solidFill>
                <a:latin typeface="Poppins"/>
                <a:ea typeface="Poppins"/>
                <a:cs typeface="Poppins"/>
                <a:sym typeface="Poppins"/>
              </a:rPr>
              <a:t>(Share the </a:t>
            </a:r>
            <a:r>
              <a:rPr lang="en-GB" u="sng">
                <a:solidFill>
                  <a:schemeClr val="hlink"/>
                </a:solidFill>
                <a:latin typeface="Poppins"/>
                <a:ea typeface="Poppins"/>
                <a:cs typeface="Poppins"/>
                <a:sym typeface="Poppins"/>
                <a:hlinkClick r:id="rId3"/>
              </a:rPr>
              <a:t>link </a:t>
            </a:r>
            <a:r>
              <a:rPr lang="en-GB">
                <a:solidFill>
                  <a:schemeClr val="dk1"/>
                </a:solidFill>
                <a:latin typeface="Poppins"/>
                <a:ea typeface="Poppins"/>
                <a:cs typeface="Poppins"/>
                <a:sym typeface="Poppins"/>
              </a:rPr>
              <a:t>with the student &amp; Ask the student to open the link).</a:t>
            </a:r>
            <a:endParaRPr>
              <a:solidFill>
                <a:schemeClr val="dk1"/>
              </a:solidFill>
              <a:latin typeface="Poppins"/>
              <a:ea typeface="Poppins"/>
              <a:cs typeface="Poppins"/>
              <a:sym typeface="Poppins"/>
            </a:endParaRPr>
          </a:p>
        </p:txBody>
      </p:sp>
      <p:cxnSp>
        <p:nvCxnSpPr>
          <p:cNvPr id="1060" name="Google Shape;1060;p45"/>
          <p:cNvCxnSpPr/>
          <p:nvPr/>
        </p:nvCxnSpPr>
        <p:spPr>
          <a:xfrm flipH="1" rot="10800000">
            <a:off x="3677375" y="2203225"/>
            <a:ext cx="599400" cy="321000"/>
          </a:xfrm>
          <a:prstGeom prst="straightConnector1">
            <a:avLst/>
          </a:prstGeom>
          <a:noFill/>
          <a:ln cap="flat" cmpd="sng" w="19050">
            <a:solidFill>
              <a:srgbClr val="FF0000"/>
            </a:solidFill>
            <a:prstDash val="solid"/>
            <a:round/>
            <a:headEnd len="med" w="med" type="none"/>
            <a:tailEnd len="med" w="med" type="triangle"/>
          </a:ln>
        </p:spPr>
      </p:cxnSp>
      <p:pic>
        <p:nvPicPr>
          <p:cNvPr id="1061" name="Google Shape;1061;p45"/>
          <p:cNvPicPr preferRelativeResize="0"/>
          <p:nvPr/>
        </p:nvPicPr>
        <p:blipFill>
          <a:blip r:embed="rId4">
            <a:alphaModFix/>
          </a:blip>
          <a:stretch>
            <a:fillRect/>
          </a:stretch>
        </p:blipFill>
        <p:spPr>
          <a:xfrm>
            <a:off x="4615363" y="812775"/>
            <a:ext cx="2515913" cy="37783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5" name="Shape 1065"/>
        <p:cNvGrpSpPr/>
        <p:nvPr/>
      </p:nvGrpSpPr>
      <p:grpSpPr>
        <a:xfrm>
          <a:off x="0" y="0"/>
          <a:ext cx="0" cy="0"/>
          <a:chOff x="0" y="0"/>
          <a:chExt cx="0" cy="0"/>
        </a:xfrm>
      </p:grpSpPr>
      <p:sp>
        <p:nvSpPr>
          <p:cNvPr id="1066" name="Google Shape;1066;p46"/>
          <p:cNvSpPr txBox="1"/>
          <p:nvPr/>
        </p:nvSpPr>
        <p:spPr>
          <a:xfrm>
            <a:off x="2758527" y="130663"/>
            <a:ext cx="3627000" cy="123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t/>
            </a:r>
            <a:endParaRPr b="0" i="0" sz="800" u="none" cap="none" strike="noStrike">
              <a:solidFill>
                <a:srgbClr val="000000"/>
              </a:solidFill>
              <a:latin typeface="Arial"/>
              <a:ea typeface="Arial"/>
              <a:cs typeface="Arial"/>
              <a:sym typeface="Arial"/>
            </a:endParaRPr>
          </a:p>
        </p:txBody>
      </p:sp>
      <p:grpSp>
        <p:nvGrpSpPr>
          <p:cNvPr id="1067" name="Google Shape;1067;p46"/>
          <p:cNvGrpSpPr/>
          <p:nvPr/>
        </p:nvGrpSpPr>
        <p:grpSpPr>
          <a:xfrm>
            <a:off x="0" y="0"/>
            <a:ext cx="1540509" cy="1395081"/>
            <a:chOff x="-1" y="-1"/>
            <a:chExt cx="2539998" cy="2387610"/>
          </a:xfrm>
        </p:grpSpPr>
        <p:sp>
          <p:nvSpPr>
            <p:cNvPr id="1068" name="Google Shape;1068;p46"/>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069" name="Google Shape;1069;p46"/>
            <p:cNvGrpSpPr/>
            <p:nvPr/>
          </p:nvGrpSpPr>
          <p:grpSpPr>
            <a:xfrm>
              <a:off x="180250" y="237004"/>
              <a:ext cx="2215000" cy="1884429"/>
              <a:chOff x="0" y="-1"/>
              <a:chExt cx="2215000" cy="1884429"/>
            </a:xfrm>
          </p:grpSpPr>
          <p:sp>
            <p:nvSpPr>
              <p:cNvPr id="1070" name="Google Shape;1070;p46"/>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71" name="Google Shape;1071;p46"/>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72" name="Google Shape;1072;p46"/>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1073" name="Google Shape;1073;p46"/>
          <p:cNvGrpSpPr/>
          <p:nvPr/>
        </p:nvGrpSpPr>
        <p:grpSpPr>
          <a:xfrm>
            <a:off x="7469873" y="3853757"/>
            <a:ext cx="1674074" cy="1326259"/>
            <a:chOff x="-2" y="-1"/>
            <a:chExt cx="2837895" cy="2438424"/>
          </a:xfrm>
        </p:grpSpPr>
        <p:sp>
          <p:nvSpPr>
            <p:cNvPr id="1074" name="Google Shape;1074;p46"/>
            <p:cNvSpPr/>
            <p:nvPr/>
          </p:nvSpPr>
          <p:spPr>
            <a:xfrm>
              <a:off x="335965" y="-1"/>
              <a:ext cx="2501928" cy="2438424"/>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075" name="Google Shape;1075;p46"/>
            <p:cNvGrpSpPr/>
            <p:nvPr/>
          </p:nvGrpSpPr>
          <p:grpSpPr>
            <a:xfrm>
              <a:off x="-2" y="183652"/>
              <a:ext cx="2448159" cy="1884384"/>
              <a:chOff x="-1" y="-1"/>
              <a:chExt cx="2448159" cy="1884384"/>
            </a:xfrm>
          </p:grpSpPr>
          <p:sp>
            <p:nvSpPr>
              <p:cNvPr id="1076" name="Google Shape;1076;p46"/>
              <p:cNvSpPr/>
              <p:nvPr/>
            </p:nvSpPr>
            <p:spPr>
              <a:xfrm>
                <a:off x="-1" y="898475"/>
                <a:ext cx="641898" cy="668520"/>
              </a:xfrm>
              <a:custGeom>
                <a:rect b="b" l="l" r="r" t="t"/>
                <a:pathLst>
                  <a:path extrusionOk="0" h="21600" w="21600">
                    <a:moveTo>
                      <a:pt x="21600" y="12684"/>
                    </a:moveTo>
                    <a:lnTo>
                      <a:pt x="15506" y="8131"/>
                    </a:lnTo>
                    <a:lnTo>
                      <a:pt x="18923" y="0"/>
                    </a:lnTo>
                    <a:lnTo>
                      <a:pt x="10858" y="5433"/>
                    </a:lnTo>
                    <a:lnTo>
                      <a:pt x="3082" y="0"/>
                    </a:lnTo>
                    <a:lnTo>
                      <a:pt x="6684" y="8586"/>
                    </a:lnTo>
                    <a:lnTo>
                      <a:pt x="0" y="13431"/>
                    </a:lnTo>
                    <a:lnTo>
                      <a:pt x="8614" y="13139"/>
                    </a:lnTo>
                    <a:lnTo>
                      <a:pt x="11235" y="21600"/>
                    </a:lnTo>
                    <a:lnTo>
                      <a:pt x="13931" y="12685"/>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77" name="Google Shape;1077;p46"/>
              <p:cNvSpPr/>
              <p:nvPr/>
            </p:nvSpPr>
            <p:spPr>
              <a:xfrm>
                <a:off x="1800887" y="-1"/>
                <a:ext cx="377190" cy="392850"/>
              </a:xfrm>
              <a:custGeom>
                <a:rect b="b" l="l" r="r" t="t"/>
                <a:pathLst>
                  <a:path extrusionOk="0" h="21600" w="21600">
                    <a:moveTo>
                      <a:pt x="21600" y="12684"/>
                    </a:moveTo>
                    <a:lnTo>
                      <a:pt x="15506" y="8131"/>
                    </a:lnTo>
                    <a:lnTo>
                      <a:pt x="18923" y="0"/>
                    </a:lnTo>
                    <a:lnTo>
                      <a:pt x="10859" y="5433"/>
                    </a:lnTo>
                    <a:lnTo>
                      <a:pt x="3082" y="0"/>
                    </a:lnTo>
                    <a:lnTo>
                      <a:pt x="6683" y="8587"/>
                    </a:lnTo>
                    <a:lnTo>
                      <a:pt x="0" y="13431"/>
                    </a:lnTo>
                    <a:lnTo>
                      <a:pt x="8614" y="13139"/>
                    </a:lnTo>
                    <a:lnTo>
                      <a:pt x="11235" y="21600"/>
                    </a:lnTo>
                    <a:lnTo>
                      <a:pt x="13930"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78" name="Google Shape;1078;p46"/>
              <p:cNvSpPr/>
              <p:nvPr/>
            </p:nvSpPr>
            <p:spPr>
              <a:xfrm>
                <a:off x="1907186" y="1321055"/>
                <a:ext cx="540972" cy="563328"/>
              </a:xfrm>
              <a:custGeom>
                <a:rect b="b" l="l" r="r" t="t"/>
                <a:pathLst>
                  <a:path extrusionOk="0" h="21600" w="21600">
                    <a:moveTo>
                      <a:pt x="21600" y="12684"/>
                    </a:moveTo>
                    <a:lnTo>
                      <a:pt x="15506" y="8131"/>
                    </a:lnTo>
                    <a:lnTo>
                      <a:pt x="18923" y="0"/>
                    </a:lnTo>
                    <a:lnTo>
                      <a:pt x="10859" y="5433"/>
                    </a:lnTo>
                    <a:lnTo>
                      <a:pt x="3083" y="0"/>
                    </a:lnTo>
                    <a:lnTo>
                      <a:pt x="6684" y="8586"/>
                    </a:lnTo>
                    <a:lnTo>
                      <a:pt x="0" y="13430"/>
                    </a:lnTo>
                    <a:lnTo>
                      <a:pt x="8614" y="13139"/>
                    </a:lnTo>
                    <a:lnTo>
                      <a:pt x="11235" y="21600"/>
                    </a:lnTo>
                    <a:lnTo>
                      <a:pt x="13931" y="12684"/>
                    </a:lnTo>
                    <a:lnTo>
                      <a:pt x="21600" y="12684"/>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grpSp>
        <p:nvGrpSpPr>
          <p:cNvPr id="1079" name="Google Shape;1079;p46"/>
          <p:cNvGrpSpPr/>
          <p:nvPr/>
        </p:nvGrpSpPr>
        <p:grpSpPr>
          <a:xfrm>
            <a:off x="-2" y="3951490"/>
            <a:ext cx="3141293" cy="1192012"/>
            <a:chOff x="-2" y="0"/>
            <a:chExt cx="5584520" cy="2119132"/>
          </a:xfrm>
        </p:grpSpPr>
        <p:sp>
          <p:nvSpPr>
            <p:cNvPr id="1080" name="Google Shape;1080;p46"/>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81" name="Google Shape;1081;p46"/>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1082" name="Google Shape;1082;p46"/>
          <p:cNvSpPr txBox="1"/>
          <p:nvPr/>
        </p:nvSpPr>
        <p:spPr>
          <a:xfrm>
            <a:off x="2052800" y="468775"/>
            <a:ext cx="5124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lang="en-GB" sz="2500">
                <a:solidFill>
                  <a:srgbClr val="0066FF"/>
                </a:solidFill>
                <a:latin typeface="Poppins"/>
                <a:ea typeface="Poppins"/>
                <a:cs typeface="Poppins"/>
                <a:sym typeface="Poppins"/>
              </a:rPr>
              <a:t>Resource Table</a:t>
            </a:r>
            <a:endParaRPr b="0" i="0" sz="2500" u="none" cap="none" strike="noStrike">
              <a:solidFill>
                <a:srgbClr val="4260FD"/>
              </a:solidFill>
              <a:latin typeface="Poppins"/>
              <a:ea typeface="Poppins"/>
              <a:cs typeface="Poppins"/>
              <a:sym typeface="Poppins"/>
            </a:endParaRPr>
          </a:p>
        </p:txBody>
      </p:sp>
      <p:graphicFrame>
        <p:nvGraphicFramePr>
          <p:cNvPr id="1083" name="Google Shape;1083;p46"/>
          <p:cNvGraphicFramePr/>
          <p:nvPr/>
        </p:nvGraphicFramePr>
        <p:xfrm>
          <a:off x="670888" y="1418784"/>
          <a:ext cx="3000000" cy="3000000"/>
        </p:xfrm>
        <a:graphic>
          <a:graphicData uri="http://schemas.openxmlformats.org/drawingml/2006/table">
            <a:tbl>
              <a:tblPr>
                <a:noFill/>
                <a:tableStyleId>{FB895719-E392-4C96-8C42-C6F50CAD53E5}</a:tableStyleId>
              </a:tblPr>
              <a:tblGrid>
                <a:gridCol w="2709025"/>
                <a:gridCol w="2566575"/>
                <a:gridCol w="2612200"/>
              </a:tblGrid>
              <a:tr h="416975">
                <a:tc>
                  <a:txBody>
                    <a:bodyPr/>
                    <a:lstStyle/>
                    <a:p>
                      <a:pPr indent="0" lvl="0" marL="0" marR="0" rtl="0" algn="ctr">
                        <a:lnSpc>
                          <a:spcPct val="100000"/>
                        </a:lnSpc>
                        <a:spcBef>
                          <a:spcPts val="0"/>
                        </a:spcBef>
                        <a:spcAft>
                          <a:spcPts val="0"/>
                        </a:spcAft>
                        <a:buClr>
                          <a:srgbClr val="000000"/>
                        </a:buClr>
                        <a:buSzPts val="1700"/>
                        <a:buFont typeface="Arial"/>
                        <a:buNone/>
                      </a:pPr>
                      <a:r>
                        <a:rPr b="1" lang="en-GB" sz="1500">
                          <a:solidFill>
                            <a:schemeClr val="dk1"/>
                          </a:solidFill>
                          <a:latin typeface="Poppins"/>
                          <a:ea typeface="Poppins"/>
                          <a:cs typeface="Poppins"/>
                          <a:sym typeface="Poppins"/>
                        </a:rPr>
                        <a:t>Activity</a:t>
                      </a:r>
                      <a:endParaRPr b="1" sz="1500" u="none" cap="none" strike="noStrike">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38100">
                      <a:solidFill>
                        <a:srgbClr val="FFAF18"/>
                      </a:solidFill>
                      <a:prstDash val="solid"/>
                      <a:round/>
                      <a:headEnd len="sm" w="sm" type="none"/>
                      <a:tailEnd len="sm" w="sm" type="none"/>
                    </a:lnB>
                    <a:solidFill>
                      <a:srgbClr val="FFF2CC"/>
                    </a:solidFill>
                  </a:tcPr>
                </a:tc>
                <a:tc>
                  <a:txBody>
                    <a:bodyPr/>
                    <a:lstStyle/>
                    <a:p>
                      <a:pPr indent="0" lvl="0" marL="254000" marR="0" rtl="0" algn="ctr">
                        <a:lnSpc>
                          <a:spcPct val="100000"/>
                        </a:lnSpc>
                        <a:spcBef>
                          <a:spcPts val="0"/>
                        </a:spcBef>
                        <a:spcAft>
                          <a:spcPts val="0"/>
                        </a:spcAft>
                        <a:buClr>
                          <a:srgbClr val="000000"/>
                        </a:buClr>
                        <a:buSzPts val="1700"/>
                        <a:buFont typeface="Arial"/>
                        <a:buNone/>
                      </a:pPr>
                      <a:r>
                        <a:rPr b="1" lang="en-GB" sz="1500">
                          <a:latin typeface="Poppins"/>
                          <a:ea typeface="Poppins"/>
                          <a:cs typeface="Poppins"/>
                          <a:sym typeface="Poppins"/>
                        </a:rPr>
                        <a:t>Activity Name</a:t>
                      </a:r>
                      <a:r>
                        <a:rPr b="1" lang="en-GB" sz="1500" u="none" cap="none" strike="noStrike">
                          <a:latin typeface="Poppins"/>
                          <a:ea typeface="Poppins"/>
                          <a:cs typeface="Poppins"/>
                          <a:sym typeface="Poppins"/>
                        </a:rPr>
                        <a:t> </a:t>
                      </a:r>
                      <a:endParaRPr b="1" sz="15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rgbClr val="FFF2CC"/>
                    </a:solidFill>
                  </a:tcPr>
                </a:tc>
                <a:tc>
                  <a:txBody>
                    <a:bodyPr/>
                    <a:lstStyle/>
                    <a:p>
                      <a:pPr indent="0" lvl="0" marL="254000" marR="0" rtl="0" algn="ctr">
                        <a:lnSpc>
                          <a:spcPct val="100000"/>
                        </a:lnSpc>
                        <a:spcBef>
                          <a:spcPts val="0"/>
                        </a:spcBef>
                        <a:spcAft>
                          <a:spcPts val="0"/>
                        </a:spcAft>
                        <a:buClr>
                          <a:srgbClr val="000000"/>
                        </a:buClr>
                        <a:buSzPts val="1700"/>
                        <a:buFont typeface="Arial"/>
                        <a:buNone/>
                      </a:pPr>
                      <a:r>
                        <a:rPr b="1" lang="en-GB" sz="1500">
                          <a:latin typeface="Poppins"/>
                          <a:ea typeface="Poppins"/>
                          <a:cs typeface="Poppins"/>
                          <a:sym typeface="Poppins"/>
                        </a:rPr>
                        <a:t>Link</a:t>
                      </a:r>
                      <a:endParaRPr b="1" sz="15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rgbClr val="FFF2CC"/>
                    </a:solidFill>
                  </a:tcPr>
                </a:tc>
              </a:tr>
              <a:tr h="416975">
                <a:tc>
                  <a:txBody>
                    <a:bodyPr/>
                    <a:lstStyle/>
                    <a:p>
                      <a:pPr indent="0" lvl="0" marL="0" marR="0" rtl="0" algn="ctr">
                        <a:lnSpc>
                          <a:spcPct val="100000"/>
                        </a:lnSpc>
                        <a:spcBef>
                          <a:spcPts val="0"/>
                        </a:spcBef>
                        <a:spcAft>
                          <a:spcPts val="0"/>
                        </a:spcAft>
                        <a:buClr>
                          <a:srgbClr val="000000"/>
                        </a:buClr>
                        <a:buSzPts val="1700"/>
                        <a:buFont typeface="Arial"/>
                        <a:buNone/>
                      </a:pPr>
                      <a:r>
                        <a:rPr lang="en-GB" sz="1500">
                          <a:solidFill>
                            <a:schemeClr val="dk1"/>
                          </a:solidFill>
                          <a:latin typeface="Poppins"/>
                          <a:ea typeface="Poppins"/>
                          <a:cs typeface="Poppins"/>
                          <a:sym typeface="Poppins"/>
                        </a:rPr>
                        <a:t>Student Activity Link</a:t>
                      </a:r>
                      <a:endParaRPr sz="15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38100">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254000" marR="0" rtl="0" algn="ctr">
                        <a:lnSpc>
                          <a:spcPct val="100000"/>
                        </a:lnSpc>
                        <a:spcBef>
                          <a:spcPts val="0"/>
                        </a:spcBef>
                        <a:spcAft>
                          <a:spcPts val="0"/>
                        </a:spcAft>
                        <a:buClr>
                          <a:srgbClr val="000000"/>
                        </a:buClr>
                        <a:buSzPts val="1400"/>
                        <a:buFont typeface="Arial"/>
                        <a:buNone/>
                      </a:pPr>
                      <a:r>
                        <a:rPr lang="en-GB" sz="1500">
                          <a:latin typeface="Poppins"/>
                          <a:ea typeface="Poppins"/>
                          <a:cs typeface="Poppins"/>
                          <a:sym typeface="Poppins"/>
                        </a:rPr>
                        <a:t>Code.org </a:t>
                      </a:r>
                      <a:endParaRPr sz="15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700"/>
                        <a:buFont typeface="Arial"/>
                        <a:buNone/>
                      </a:pPr>
                      <a:r>
                        <a:t/>
                      </a:r>
                      <a:endParaRPr sz="1500">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1700"/>
                        <a:buFont typeface="Arial"/>
                        <a:buNone/>
                      </a:pPr>
                      <a:r>
                        <a:rPr lang="en-GB" sz="1500" u="sng">
                          <a:solidFill>
                            <a:schemeClr val="hlink"/>
                          </a:solidFill>
                          <a:latin typeface="Poppins"/>
                          <a:ea typeface="Poppins"/>
                          <a:cs typeface="Poppins"/>
                          <a:sym typeface="Poppins"/>
                          <a:hlinkClick r:id="rId3"/>
                        </a:rPr>
                        <a:t>Code.org Platform</a:t>
                      </a:r>
                      <a:endParaRPr sz="1500">
                        <a:latin typeface="Poppins"/>
                        <a:ea typeface="Poppins"/>
                        <a:cs typeface="Poppins"/>
                        <a:sym typeface="Poppins"/>
                      </a:endParaRPr>
                    </a:p>
                    <a:p>
                      <a:pPr indent="0" lvl="0" marL="0" marR="0" rtl="0" algn="ctr">
                        <a:lnSpc>
                          <a:spcPct val="100000"/>
                        </a:lnSpc>
                        <a:spcBef>
                          <a:spcPts val="0"/>
                        </a:spcBef>
                        <a:spcAft>
                          <a:spcPts val="0"/>
                        </a:spcAft>
                        <a:buClr>
                          <a:schemeClr val="dk1"/>
                        </a:buClr>
                        <a:buSzPts val="1700"/>
                        <a:buFont typeface="Arial"/>
                        <a:buNone/>
                      </a:pPr>
                      <a:r>
                        <a:t/>
                      </a:r>
                      <a:endParaRPr sz="15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416975">
                <a:tc>
                  <a:txBody>
                    <a:bodyPr/>
                    <a:lstStyle/>
                    <a:p>
                      <a:pPr indent="0" lvl="0" marL="0" marR="0" rtl="0" algn="ctr">
                        <a:lnSpc>
                          <a:spcPct val="100000"/>
                        </a:lnSpc>
                        <a:spcBef>
                          <a:spcPts val="0"/>
                        </a:spcBef>
                        <a:spcAft>
                          <a:spcPts val="0"/>
                        </a:spcAft>
                        <a:buClr>
                          <a:srgbClr val="000000"/>
                        </a:buClr>
                        <a:buSzPts val="1700"/>
                        <a:buFont typeface="Arial"/>
                        <a:buNone/>
                      </a:pPr>
                      <a:r>
                        <a:rPr lang="en-GB" sz="1500">
                          <a:solidFill>
                            <a:schemeClr val="dk1"/>
                          </a:solidFill>
                          <a:latin typeface="Poppins"/>
                          <a:ea typeface="Poppins"/>
                          <a:cs typeface="Poppins"/>
                          <a:sym typeface="Poppins"/>
                        </a:rPr>
                        <a:t>Teacher Activity Link</a:t>
                      </a:r>
                      <a:endParaRPr sz="1500" u="none" cap="none" strike="noStrike">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254000" rtl="0" algn="ctr">
                        <a:spcBef>
                          <a:spcPts val="0"/>
                        </a:spcBef>
                        <a:spcAft>
                          <a:spcPts val="0"/>
                        </a:spcAft>
                        <a:buClr>
                          <a:schemeClr val="dk1"/>
                        </a:buClr>
                        <a:buSzPts val="1400"/>
                        <a:buFont typeface="Arial"/>
                        <a:buNone/>
                      </a:pPr>
                      <a:r>
                        <a:rPr lang="en-GB" sz="1500">
                          <a:solidFill>
                            <a:schemeClr val="dk1"/>
                          </a:solidFill>
                          <a:latin typeface="Poppins"/>
                          <a:ea typeface="Poppins"/>
                          <a:cs typeface="Poppins"/>
                          <a:sym typeface="Poppins"/>
                        </a:rPr>
                        <a:t>Completed Project</a:t>
                      </a:r>
                      <a:endParaRPr sz="1500">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Clr>
                          <a:schemeClr val="dk1"/>
                        </a:buClr>
                        <a:buSzPts val="1700"/>
                        <a:buFont typeface="Arial"/>
                        <a:buNone/>
                      </a:pPr>
                      <a:r>
                        <a:rPr lang="en-GB" sz="1500" u="sng">
                          <a:solidFill>
                            <a:schemeClr val="hlink"/>
                          </a:solidFill>
                          <a:latin typeface="Poppins"/>
                          <a:ea typeface="Poppins"/>
                          <a:cs typeface="Poppins"/>
                          <a:sym typeface="Poppins"/>
                          <a:hlinkClick r:id="rId4"/>
                        </a:rPr>
                        <a:t>Bird and the Balloons</a:t>
                      </a:r>
                      <a:endParaRPr sz="1500">
                        <a:solidFill>
                          <a:schemeClr val="dk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1700"/>
                        <a:buFont typeface="Arial"/>
                        <a:buNone/>
                      </a:pPr>
                      <a:r>
                        <a:t/>
                      </a:r>
                      <a:endParaRPr sz="15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r h="416975">
                <a:tc>
                  <a:txBody>
                    <a:bodyPr/>
                    <a:lstStyle/>
                    <a:p>
                      <a:pPr indent="0" lvl="0" marL="0" marR="0" rtl="0" algn="ctr">
                        <a:lnSpc>
                          <a:spcPct val="100000"/>
                        </a:lnSpc>
                        <a:spcBef>
                          <a:spcPts val="0"/>
                        </a:spcBef>
                        <a:spcAft>
                          <a:spcPts val="0"/>
                        </a:spcAft>
                        <a:buNone/>
                      </a:pPr>
                      <a:r>
                        <a:rPr lang="en-GB" sz="1500">
                          <a:solidFill>
                            <a:schemeClr val="dk1"/>
                          </a:solidFill>
                          <a:latin typeface="Poppins"/>
                          <a:ea typeface="Poppins"/>
                          <a:cs typeface="Poppins"/>
                          <a:sym typeface="Poppins"/>
                        </a:rPr>
                        <a:t>Student Assignment</a:t>
                      </a:r>
                      <a:endParaRPr sz="1500">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254000" rtl="0" algn="ctr">
                        <a:spcBef>
                          <a:spcPts val="0"/>
                        </a:spcBef>
                        <a:spcAft>
                          <a:spcPts val="0"/>
                        </a:spcAft>
                        <a:buNone/>
                      </a:pPr>
                      <a:r>
                        <a:rPr lang="en-GB" sz="1500">
                          <a:solidFill>
                            <a:schemeClr val="dk1"/>
                          </a:solidFill>
                          <a:latin typeface="Poppins"/>
                          <a:ea typeface="Poppins"/>
                          <a:cs typeface="Poppins"/>
                          <a:sym typeface="Poppins"/>
                        </a:rPr>
                        <a:t>Assignment</a:t>
                      </a:r>
                      <a:endParaRPr sz="1500">
                        <a:solidFill>
                          <a:schemeClr val="dk1"/>
                        </a:solidFill>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GB" sz="1500" u="sng">
                          <a:solidFill>
                            <a:schemeClr val="hlink"/>
                          </a:solidFill>
                          <a:latin typeface="Poppins"/>
                          <a:ea typeface="Poppins"/>
                          <a:cs typeface="Poppins"/>
                          <a:sym typeface="Poppins"/>
                          <a:hlinkClick r:id="rId5"/>
                        </a:rPr>
                        <a:t>Assignment Link</a:t>
                      </a:r>
                      <a:endParaRPr sz="1500">
                        <a:latin typeface="Poppins"/>
                        <a:ea typeface="Poppins"/>
                        <a:cs typeface="Poppins"/>
                        <a:sym typeface="Poppins"/>
                      </a:endParaRPr>
                    </a:p>
                  </a:txBody>
                  <a:tcPr marT="51425" marB="51425" marR="51425" marL="51425" anchor="ctr">
                    <a:lnL cap="flat" cmpd="sng" w="28575">
                      <a:solidFill>
                        <a:srgbClr val="FFAF18"/>
                      </a:solidFill>
                      <a:prstDash val="solid"/>
                      <a:round/>
                      <a:headEnd len="sm" w="sm" type="none"/>
                      <a:tailEnd len="sm" w="sm" type="none"/>
                    </a:lnL>
                    <a:lnR cap="flat" cmpd="sng" w="28575">
                      <a:solidFill>
                        <a:srgbClr val="FFAF18"/>
                      </a:solidFill>
                      <a:prstDash val="solid"/>
                      <a:round/>
                      <a:headEnd len="sm" w="sm" type="none"/>
                      <a:tailEnd len="sm" w="sm" type="none"/>
                    </a:lnR>
                    <a:lnT cap="flat" cmpd="sng" w="28575">
                      <a:solidFill>
                        <a:srgbClr val="FFAF18"/>
                      </a:solidFill>
                      <a:prstDash val="solid"/>
                      <a:round/>
                      <a:headEnd len="sm" w="sm" type="none"/>
                      <a:tailEnd len="sm" w="sm" type="none"/>
                    </a:lnT>
                    <a:lnB cap="flat" cmpd="sng" w="28575">
                      <a:solidFill>
                        <a:srgbClr val="FFAF18"/>
                      </a:solidFill>
                      <a:prstDash val="solid"/>
                      <a:round/>
                      <a:headEnd len="sm" w="sm" type="none"/>
                      <a:tailEnd len="sm" w="sm" type="none"/>
                    </a:lnB>
                    <a:solidFill>
                      <a:schemeClr val="lt1"/>
                    </a:solidFill>
                  </a:tcPr>
                </a:tc>
              </a:tr>
            </a:tbl>
          </a:graphicData>
        </a:graphic>
      </p:graphicFrame>
      <p:sp>
        <p:nvSpPr>
          <p:cNvPr id="1084" name="Google Shape;1084;p46"/>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8" name="Shape 1088"/>
        <p:cNvGrpSpPr/>
        <p:nvPr/>
      </p:nvGrpSpPr>
      <p:grpSpPr>
        <a:xfrm>
          <a:off x="0" y="0"/>
          <a:ext cx="0" cy="0"/>
          <a:chOff x="0" y="0"/>
          <a:chExt cx="0" cy="0"/>
        </a:xfrm>
      </p:grpSpPr>
      <p:grpSp>
        <p:nvGrpSpPr>
          <p:cNvPr id="1089" name="Google Shape;1089;p47"/>
          <p:cNvGrpSpPr/>
          <p:nvPr/>
        </p:nvGrpSpPr>
        <p:grpSpPr>
          <a:xfrm>
            <a:off x="0" y="0"/>
            <a:ext cx="1767839" cy="1630976"/>
            <a:chOff x="-1" y="-1"/>
            <a:chExt cx="2539998" cy="2387610"/>
          </a:xfrm>
        </p:grpSpPr>
        <p:sp>
          <p:nvSpPr>
            <p:cNvPr id="1090" name="Google Shape;1090;p47"/>
            <p:cNvSpPr/>
            <p:nvPr/>
          </p:nvSpPr>
          <p:spPr>
            <a:xfrm>
              <a:off x="-1" y="-1"/>
              <a:ext cx="2539998" cy="2387610"/>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091" name="Google Shape;1091;p47"/>
            <p:cNvGrpSpPr/>
            <p:nvPr/>
          </p:nvGrpSpPr>
          <p:grpSpPr>
            <a:xfrm>
              <a:off x="180250" y="237004"/>
              <a:ext cx="2215000" cy="1884429"/>
              <a:chOff x="0" y="-1"/>
              <a:chExt cx="2215000" cy="1884429"/>
            </a:xfrm>
          </p:grpSpPr>
          <p:sp>
            <p:nvSpPr>
              <p:cNvPr id="1092" name="Google Shape;1092;p47"/>
              <p:cNvSpPr/>
              <p:nvPr/>
            </p:nvSpPr>
            <p:spPr>
              <a:xfrm>
                <a:off x="0" y="-1"/>
                <a:ext cx="540972" cy="563328"/>
              </a:xfrm>
              <a:custGeom>
                <a:rect b="b" l="l" r="r" t="t"/>
                <a:pathLst>
                  <a:path extrusionOk="0" h="21600" w="21600">
                    <a:moveTo>
                      <a:pt x="21600" y="8169"/>
                    </a:moveTo>
                    <a:lnTo>
                      <a:pt x="12986" y="8461"/>
                    </a:lnTo>
                    <a:lnTo>
                      <a:pt x="10365" y="0"/>
                    </a:lnTo>
                    <a:lnTo>
                      <a:pt x="7669" y="8915"/>
                    </a:lnTo>
                    <a:lnTo>
                      <a:pt x="0" y="8916"/>
                    </a:lnTo>
                    <a:lnTo>
                      <a:pt x="6094" y="13469"/>
                    </a:lnTo>
                    <a:lnTo>
                      <a:pt x="2676" y="21600"/>
                    </a:lnTo>
                    <a:lnTo>
                      <a:pt x="10741" y="16167"/>
                    </a:lnTo>
                    <a:lnTo>
                      <a:pt x="18517" y="21600"/>
                    </a:lnTo>
                    <a:lnTo>
                      <a:pt x="14916"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93" name="Google Shape;1093;p47"/>
              <p:cNvSpPr/>
              <p:nvPr/>
            </p:nvSpPr>
            <p:spPr>
              <a:xfrm>
                <a:off x="270040" y="1491578"/>
                <a:ext cx="377190" cy="392850"/>
              </a:xfrm>
              <a:custGeom>
                <a:rect b="b" l="l" r="r" t="t"/>
                <a:pathLst>
                  <a:path extrusionOk="0" h="21600" w="21600">
                    <a:moveTo>
                      <a:pt x="21600" y="8169"/>
                    </a:moveTo>
                    <a:lnTo>
                      <a:pt x="12987" y="8461"/>
                    </a:lnTo>
                    <a:lnTo>
                      <a:pt x="10364" y="0"/>
                    </a:lnTo>
                    <a:lnTo>
                      <a:pt x="7669" y="8915"/>
                    </a:lnTo>
                    <a:lnTo>
                      <a:pt x="0" y="8915"/>
                    </a:lnTo>
                    <a:lnTo>
                      <a:pt x="6094" y="13469"/>
                    </a:lnTo>
                    <a:lnTo>
                      <a:pt x="2677" y="21600"/>
                    </a:lnTo>
                    <a:lnTo>
                      <a:pt x="10741" y="16167"/>
                    </a:lnTo>
                    <a:lnTo>
                      <a:pt x="18517" y="21600"/>
                    </a:lnTo>
                    <a:lnTo>
                      <a:pt x="14917" y="13013"/>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94" name="Google Shape;1094;p47"/>
              <p:cNvSpPr/>
              <p:nvPr/>
            </p:nvSpPr>
            <p:spPr>
              <a:xfrm>
                <a:off x="1573048" y="283832"/>
                <a:ext cx="641952" cy="668520"/>
              </a:xfrm>
              <a:custGeom>
                <a:rect b="b" l="l" r="r" t="t"/>
                <a:pathLst>
                  <a:path extrusionOk="0" h="21600" w="21600">
                    <a:moveTo>
                      <a:pt x="21600" y="8169"/>
                    </a:moveTo>
                    <a:lnTo>
                      <a:pt x="12986" y="8461"/>
                    </a:lnTo>
                    <a:lnTo>
                      <a:pt x="10365" y="0"/>
                    </a:lnTo>
                    <a:lnTo>
                      <a:pt x="7669" y="8915"/>
                    </a:lnTo>
                    <a:lnTo>
                      <a:pt x="0" y="8915"/>
                    </a:lnTo>
                    <a:lnTo>
                      <a:pt x="6094" y="13469"/>
                    </a:lnTo>
                    <a:lnTo>
                      <a:pt x="2677" y="21600"/>
                    </a:lnTo>
                    <a:lnTo>
                      <a:pt x="10741" y="16167"/>
                    </a:lnTo>
                    <a:lnTo>
                      <a:pt x="18517" y="21600"/>
                    </a:lnTo>
                    <a:lnTo>
                      <a:pt x="14917" y="13014"/>
                    </a:lnTo>
                    <a:lnTo>
                      <a:pt x="21600" y="8169"/>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grpSp>
      <p:sp>
        <p:nvSpPr>
          <p:cNvPr id="1095" name="Google Shape;1095;p47"/>
          <p:cNvSpPr/>
          <p:nvPr/>
        </p:nvSpPr>
        <p:spPr>
          <a:xfrm>
            <a:off x="388195" y="970466"/>
            <a:ext cx="8562996" cy="3795066"/>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096" name="Google Shape;1096;p47"/>
          <p:cNvSpPr txBox="1"/>
          <p:nvPr/>
        </p:nvSpPr>
        <p:spPr>
          <a:xfrm>
            <a:off x="946175" y="2606825"/>
            <a:ext cx="4341900" cy="1558500"/>
          </a:xfrm>
          <a:prstGeom prst="rect">
            <a:avLst/>
          </a:prstGeom>
          <a:noFill/>
          <a:ln>
            <a:noFill/>
          </a:ln>
        </p:spPr>
        <p:txBody>
          <a:bodyPr anchorCtr="0" anchor="t" bIns="0" lIns="0" spcFirstLastPara="1" rIns="0" wrap="square" tIns="0">
            <a:spAutoFit/>
          </a:bodyPr>
          <a:lstStyle/>
          <a:p>
            <a:pPr indent="-323850" lvl="0" marL="457200" rtl="0" algn="l">
              <a:lnSpc>
                <a:spcPct val="115000"/>
              </a:lnSpc>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What type of events are used in the project today?</a:t>
            </a:r>
            <a:endParaRPr sz="1500">
              <a:solidFill>
                <a:srgbClr val="3C78D8"/>
              </a:solidFill>
              <a:latin typeface="Poppins"/>
              <a:ea typeface="Poppins"/>
              <a:cs typeface="Poppins"/>
              <a:sym typeface="Poppins"/>
            </a:endParaRPr>
          </a:p>
          <a:p>
            <a:pPr indent="-323850" lvl="0" marL="457200" rtl="0" algn="l">
              <a:lnSpc>
                <a:spcPct val="115000"/>
              </a:lnSpc>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What is the significance of a Variable?</a:t>
            </a:r>
            <a:endParaRPr sz="1500">
              <a:solidFill>
                <a:srgbClr val="3C78D8"/>
              </a:solidFill>
              <a:latin typeface="Poppins"/>
              <a:ea typeface="Poppins"/>
              <a:cs typeface="Poppins"/>
              <a:sym typeface="Poppins"/>
            </a:endParaRPr>
          </a:p>
          <a:p>
            <a:pPr indent="-323850" lvl="0" marL="457200" rtl="0" algn="l">
              <a:lnSpc>
                <a:spcPct val="115000"/>
              </a:lnSpc>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How to create multiple sprites?</a:t>
            </a:r>
            <a:endParaRPr sz="1500">
              <a:solidFill>
                <a:srgbClr val="3C78D8"/>
              </a:solidFill>
              <a:latin typeface="Poppins"/>
              <a:ea typeface="Poppins"/>
              <a:cs typeface="Poppins"/>
              <a:sym typeface="Poppins"/>
            </a:endParaRPr>
          </a:p>
          <a:p>
            <a:pPr indent="-323850" lvl="0" marL="457200" rtl="0" algn="l">
              <a:lnSpc>
                <a:spcPct val="115000"/>
              </a:lnSpc>
              <a:spcBef>
                <a:spcPts val="0"/>
              </a:spcBef>
              <a:spcAft>
                <a:spcPts val="0"/>
              </a:spcAft>
              <a:buClr>
                <a:srgbClr val="3C78D8"/>
              </a:buClr>
              <a:buSzPts val="1500"/>
              <a:buFont typeface="Poppins"/>
              <a:buChar char="●"/>
            </a:pPr>
            <a:r>
              <a:rPr lang="en-GB" sz="1500">
                <a:solidFill>
                  <a:srgbClr val="3C78D8"/>
                </a:solidFill>
                <a:latin typeface="Poppins"/>
                <a:ea typeface="Poppins"/>
                <a:cs typeface="Poppins"/>
                <a:sym typeface="Poppins"/>
              </a:rPr>
              <a:t>What are the uses of </a:t>
            </a:r>
            <a:r>
              <a:rPr lang="en-GB" sz="1500">
                <a:solidFill>
                  <a:srgbClr val="3C78D8"/>
                </a:solidFill>
                <a:latin typeface="Poppins"/>
                <a:ea typeface="Poppins"/>
                <a:cs typeface="Poppins"/>
                <a:sym typeface="Poppins"/>
              </a:rPr>
              <a:t>using</a:t>
            </a:r>
            <a:r>
              <a:rPr lang="en-GB" sz="1500">
                <a:solidFill>
                  <a:srgbClr val="3C78D8"/>
                </a:solidFill>
                <a:latin typeface="Poppins"/>
                <a:ea typeface="Poppins"/>
                <a:cs typeface="Poppins"/>
                <a:sym typeface="Poppins"/>
              </a:rPr>
              <a:t> a loop?</a:t>
            </a:r>
            <a:endParaRPr sz="1500">
              <a:solidFill>
                <a:srgbClr val="3C78D8"/>
              </a:solidFill>
              <a:latin typeface="Poppins"/>
              <a:ea typeface="Poppins"/>
              <a:cs typeface="Poppins"/>
              <a:sym typeface="Poppins"/>
            </a:endParaRPr>
          </a:p>
          <a:p>
            <a:pPr indent="0" lvl="0" marL="0" rtl="0" algn="l">
              <a:lnSpc>
                <a:spcPct val="115000"/>
              </a:lnSpc>
              <a:spcBef>
                <a:spcPts val="0"/>
              </a:spcBef>
              <a:spcAft>
                <a:spcPts val="900"/>
              </a:spcAft>
              <a:buNone/>
            </a:pPr>
            <a:r>
              <a:t/>
            </a:r>
            <a:endParaRPr sz="1500">
              <a:solidFill>
                <a:srgbClr val="3C78D8"/>
              </a:solidFill>
              <a:latin typeface="Poppins"/>
              <a:ea typeface="Poppins"/>
              <a:cs typeface="Poppins"/>
              <a:sym typeface="Poppins"/>
            </a:endParaRPr>
          </a:p>
        </p:txBody>
      </p:sp>
      <p:pic>
        <p:nvPicPr>
          <p:cNvPr descr="Image" id="1097" name="Google Shape;1097;p47"/>
          <p:cNvPicPr preferRelativeResize="0"/>
          <p:nvPr/>
        </p:nvPicPr>
        <p:blipFill rotWithShape="1">
          <a:blip r:embed="rId3">
            <a:alphaModFix/>
          </a:blip>
          <a:srcRect b="0" l="0" r="0" t="0"/>
          <a:stretch/>
        </p:blipFill>
        <p:spPr>
          <a:xfrm>
            <a:off x="5595155" y="2338115"/>
            <a:ext cx="3107532" cy="2357438"/>
          </a:xfrm>
          <a:prstGeom prst="rect">
            <a:avLst/>
          </a:prstGeom>
          <a:noFill/>
          <a:ln>
            <a:noFill/>
          </a:ln>
        </p:spPr>
      </p:pic>
      <p:pic>
        <p:nvPicPr>
          <p:cNvPr descr="Image" id="1098" name="Google Shape;1098;p47"/>
          <p:cNvPicPr preferRelativeResize="0"/>
          <p:nvPr/>
        </p:nvPicPr>
        <p:blipFill rotWithShape="1">
          <a:blip r:embed="rId4">
            <a:alphaModFix/>
          </a:blip>
          <a:srcRect b="0" l="0" r="0" t="0"/>
          <a:stretch/>
        </p:blipFill>
        <p:spPr>
          <a:xfrm>
            <a:off x="6702074" y="2413400"/>
            <a:ext cx="227118" cy="227100"/>
          </a:xfrm>
          <a:prstGeom prst="rect">
            <a:avLst/>
          </a:prstGeom>
          <a:noFill/>
          <a:ln>
            <a:noFill/>
          </a:ln>
        </p:spPr>
      </p:pic>
      <p:sp>
        <p:nvSpPr>
          <p:cNvPr id="1099" name="Google Shape;1099;p47"/>
          <p:cNvSpPr txBox="1"/>
          <p:nvPr/>
        </p:nvSpPr>
        <p:spPr>
          <a:xfrm>
            <a:off x="2862913" y="218998"/>
            <a:ext cx="3627000" cy="384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66FF"/>
              </a:buClr>
              <a:buSzPts val="2900"/>
              <a:buFont typeface="Poppins"/>
              <a:buNone/>
            </a:pPr>
            <a:r>
              <a:rPr b="1" i="0" lang="en-GB" sz="2500" u="none" cap="none" strike="noStrike">
                <a:solidFill>
                  <a:srgbClr val="0066FF"/>
                </a:solidFill>
                <a:latin typeface="Poppins"/>
                <a:ea typeface="Poppins"/>
                <a:cs typeface="Poppins"/>
                <a:sym typeface="Poppins"/>
              </a:rPr>
              <a:t>Wrap - Up</a:t>
            </a:r>
            <a:endParaRPr b="0" i="0" sz="2500" u="none" cap="none" strike="noStrike">
              <a:solidFill>
                <a:srgbClr val="000000"/>
              </a:solidFill>
              <a:latin typeface="Arial"/>
              <a:ea typeface="Arial"/>
              <a:cs typeface="Arial"/>
              <a:sym typeface="Arial"/>
            </a:endParaRPr>
          </a:p>
        </p:txBody>
      </p:sp>
      <p:sp>
        <p:nvSpPr>
          <p:cNvPr id="1100" name="Google Shape;1100;p47"/>
          <p:cNvSpPr txBox="1"/>
          <p:nvPr/>
        </p:nvSpPr>
        <p:spPr>
          <a:xfrm>
            <a:off x="1193991" y="904261"/>
            <a:ext cx="7508700" cy="227100"/>
          </a:xfrm>
          <a:prstGeom prst="rect">
            <a:avLst/>
          </a:prstGeom>
          <a:noFill/>
          <a:ln>
            <a:noFill/>
          </a:ln>
        </p:spPr>
        <p:txBody>
          <a:bodyPr anchorCtr="0" anchor="t" bIns="51425" lIns="51425" spcFirstLastPara="1" rIns="51425" wrap="square" tIns="51425">
            <a:spAutoFit/>
          </a:bodyPr>
          <a:lstStyle/>
          <a:p>
            <a:pPr indent="0" lvl="0" marL="0" marR="0" rtl="0" algn="just">
              <a:lnSpc>
                <a:spcPct val="100000"/>
              </a:lnSpc>
              <a:spcBef>
                <a:spcPts val="0"/>
              </a:spcBef>
              <a:spcAft>
                <a:spcPts val="0"/>
              </a:spcAft>
              <a:buClr>
                <a:srgbClr val="000000"/>
              </a:buClr>
              <a:buSzPts val="1400"/>
              <a:buFont typeface="Arial"/>
              <a:buNone/>
            </a:pPr>
            <a:r>
              <a:t/>
            </a:r>
            <a:endParaRPr b="0" i="0" sz="800" u="none" cap="none" strike="noStrike">
              <a:solidFill>
                <a:srgbClr val="000000"/>
              </a:solidFill>
              <a:latin typeface="Arial"/>
              <a:ea typeface="Arial"/>
              <a:cs typeface="Arial"/>
              <a:sym typeface="Arial"/>
            </a:endParaRPr>
          </a:p>
        </p:txBody>
      </p:sp>
      <p:grpSp>
        <p:nvGrpSpPr>
          <p:cNvPr id="1101" name="Google Shape;1101;p47"/>
          <p:cNvGrpSpPr/>
          <p:nvPr/>
        </p:nvGrpSpPr>
        <p:grpSpPr>
          <a:xfrm>
            <a:off x="-2" y="3951490"/>
            <a:ext cx="3141293" cy="1192012"/>
            <a:chOff x="-2" y="0"/>
            <a:chExt cx="5584520" cy="2119132"/>
          </a:xfrm>
        </p:grpSpPr>
        <p:sp>
          <p:nvSpPr>
            <p:cNvPr id="1102" name="Google Shape;1102;p47"/>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03" name="Google Shape;1103;p47"/>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1104" name="Google Shape;1104;p47"/>
          <p:cNvSpPr txBox="1"/>
          <p:nvPr/>
        </p:nvSpPr>
        <p:spPr>
          <a:xfrm>
            <a:off x="946181" y="1399334"/>
            <a:ext cx="6987300" cy="1131300"/>
          </a:xfrm>
          <a:prstGeom prst="rect">
            <a:avLst/>
          </a:prstGeom>
          <a:noFill/>
          <a:ln>
            <a:noFill/>
          </a:ln>
        </p:spPr>
        <p:txBody>
          <a:bodyPr anchorCtr="0" anchor="t" bIns="51425" lIns="51425" spcFirstLastPara="1" rIns="51425" wrap="square" tIns="51425">
            <a:spAutoFit/>
          </a:bodyPr>
          <a:lstStyle/>
          <a:p>
            <a:pPr indent="0" lvl="0" marL="0" rtl="0" algn="l">
              <a:lnSpc>
                <a:spcPct val="115000"/>
              </a:lnSpc>
              <a:spcBef>
                <a:spcPts val="0"/>
              </a:spcBef>
              <a:spcAft>
                <a:spcPts val="0"/>
              </a:spcAft>
              <a:buClr>
                <a:schemeClr val="dk1"/>
              </a:buClr>
              <a:buSzPts val="1400"/>
              <a:buFont typeface="Arial"/>
              <a:buNone/>
            </a:pPr>
            <a:r>
              <a:rPr lang="en-GB" sz="1500">
                <a:solidFill>
                  <a:srgbClr val="3C78D8"/>
                </a:solidFill>
                <a:latin typeface="Poppins"/>
                <a:ea typeface="Poppins"/>
                <a:cs typeface="Poppins"/>
                <a:sym typeface="Poppins"/>
              </a:rPr>
              <a:t>Okay, so this leads us to the end of the session. </a:t>
            </a:r>
            <a:r>
              <a:rPr b="1" lang="en-GB" sz="1500">
                <a:solidFill>
                  <a:srgbClr val="3C78D8"/>
                </a:solidFill>
                <a:latin typeface="Poppins"/>
                <a:ea typeface="Poppins"/>
                <a:cs typeface="Poppins"/>
                <a:sym typeface="Poppins"/>
              </a:rPr>
              <a:t>Congratulations! You did very well in the class today</a:t>
            </a:r>
            <a:r>
              <a:rPr lang="en-GB" sz="1500">
                <a:solidFill>
                  <a:srgbClr val="3C78D8"/>
                </a:solidFill>
                <a:latin typeface="Poppins"/>
                <a:ea typeface="Poppins"/>
                <a:cs typeface="Poppins"/>
                <a:sym typeface="Poppins"/>
              </a:rPr>
              <a:t>.</a:t>
            </a:r>
            <a:endParaRPr sz="1500">
              <a:solidFill>
                <a:srgbClr val="3C78D8"/>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1400"/>
              <a:buFont typeface="Arial"/>
              <a:buNone/>
            </a:pPr>
            <a:r>
              <a:t/>
            </a:r>
            <a:endParaRPr sz="1500">
              <a:solidFill>
                <a:srgbClr val="3C78D8"/>
              </a:solidFill>
              <a:latin typeface="Poppins"/>
              <a:ea typeface="Poppins"/>
              <a:cs typeface="Poppins"/>
              <a:sym typeface="Poppins"/>
            </a:endParaRPr>
          </a:p>
          <a:p>
            <a:pPr indent="0" lvl="0" marL="0" rtl="0" algn="l">
              <a:lnSpc>
                <a:spcPct val="115000"/>
              </a:lnSpc>
              <a:spcBef>
                <a:spcPts val="0"/>
              </a:spcBef>
              <a:spcAft>
                <a:spcPts val="0"/>
              </a:spcAft>
              <a:buClr>
                <a:schemeClr val="dk1"/>
              </a:buClr>
              <a:buSzPts val="600"/>
              <a:buFont typeface="Arial"/>
              <a:buNone/>
            </a:pPr>
            <a:r>
              <a:rPr lang="en-GB" sz="1500">
                <a:solidFill>
                  <a:srgbClr val="3C78D8"/>
                </a:solidFill>
                <a:latin typeface="Poppins"/>
                <a:ea typeface="Poppins"/>
                <a:cs typeface="Poppins"/>
                <a:sym typeface="Poppins"/>
              </a:rPr>
              <a:t>How about we revise what we studied today?</a:t>
            </a:r>
            <a:endParaRPr b="0" i="0" sz="1500" u="none" cap="none" strike="noStrike">
              <a:solidFill>
                <a:srgbClr val="3C78D8"/>
              </a:solidFill>
              <a:latin typeface="Lucida Sans"/>
              <a:ea typeface="Lucida Sans"/>
              <a:cs typeface="Lucida Sans"/>
              <a:sym typeface="Lucida Sans"/>
            </a:endParaRPr>
          </a:p>
        </p:txBody>
      </p:sp>
      <p:sp>
        <p:nvSpPr>
          <p:cNvPr id="1105" name="Google Shape;1105;p47"/>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pic>
        <p:nvPicPr>
          <p:cNvPr descr="object 2" id="1110" name="Google Shape;1110;p4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111" name="Google Shape;1111;p48"/>
          <p:cNvSpPr/>
          <p:nvPr/>
        </p:nvSpPr>
        <p:spPr>
          <a:xfrm>
            <a:off x="-1" y="-1"/>
            <a:ext cx="1428732" cy="1343034"/>
          </a:xfrm>
          <a:custGeom>
            <a:rect b="b" l="l" r="r" t="t"/>
            <a:pathLst>
              <a:path extrusionOk="0" h="21600" w="21600">
                <a:moveTo>
                  <a:pt x="2970" y="21600"/>
                </a:moveTo>
                <a:lnTo>
                  <a:pt x="2559" y="21595"/>
                </a:lnTo>
                <a:lnTo>
                  <a:pt x="2151" y="21581"/>
                </a:lnTo>
                <a:lnTo>
                  <a:pt x="1745" y="21558"/>
                </a:lnTo>
                <a:lnTo>
                  <a:pt x="1341" y="21525"/>
                </a:lnTo>
                <a:lnTo>
                  <a:pt x="940" y="21484"/>
                </a:lnTo>
                <a:lnTo>
                  <a:pt x="541" y="21433"/>
                </a:lnTo>
                <a:lnTo>
                  <a:pt x="145" y="21374"/>
                </a:lnTo>
                <a:lnTo>
                  <a:pt x="0" y="21348"/>
                </a:lnTo>
                <a:lnTo>
                  <a:pt x="0" y="0"/>
                </a:lnTo>
                <a:lnTo>
                  <a:pt x="21525" y="0"/>
                </a:lnTo>
                <a:lnTo>
                  <a:pt x="21530" y="48"/>
                </a:lnTo>
                <a:lnTo>
                  <a:pt x="21560" y="478"/>
                </a:lnTo>
                <a:lnTo>
                  <a:pt x="21582" y="910"/>
                </a:lnTo>
                <a:lnTo>
                  <a:pt x="21596" y="1344"/>
                </a:lnTo>
                <a:lnTo>
                  <a:pt x="21600" y="1781"/>
                </a:lnTo>
                <a:lnTo>
                  <a:pt x="21595" y="2245"/>
                </a:lnTo>
                <a:lnTo>
                  <a:pt x="21580" y="2706"/>
                </a:lnTo>
                <a:lnTo>
                  <a:pt x="21555" y="3165"/>
                </a:lnTo>
                <a:lnTo>
                  <a:pt x="21521" y="3620"/>
                </a:lnTo>
                <a:lnTo>
                  <a:pt x="21477" y="4073"/>
                </a:lnTo>
                <a:lnTo>
                  <a:pt x="21423" y="4523"/>
                </a:lnTo>
                <a:lnTo>
                  <a:pt x="21360" y="4970"/>
                </a:lnTo>
                <a:lnTo>
                  <a:pt x="21288" y="5413"/>
                </a:lnTo>
                <a:lnTo>
                  <a:pt x="21206" y="5853"/>
                </a:lnTo>
                <a:lnTo>
                  <a:pt x="21116" y="6289"/>
                </a:lnTo>
                <a:lnTo>
                  <a:pt x="21016" y="6722"/>
                </a:lnTo>
                <a:lnTo>
                  <a:pt x="20908" y="7151"/>
                </a:lnTo>
                <a:lnTo>
                  <a:pt x="20791" y="7576"/>
                </a:lnTo>
                <a:lnTo>
                  <a:pt x="20665" y="7997"/>
                </a:lnTo>
                <a:lnTo>
                  <a:pt x="20530" y="8414"/>
                </a:lnTo>
                <a:lnTo>
                  <a:pt x="20388" y="8827"/>
                </a:lnTo>
                <a:lnTo>
                  <a:pt x="20237" y="9235"/>
                </a:lnTo>
                <a:lnTo>
                  <a:pt x="20077" y="9639"/>
                </a:lnTo>
                <a:lnTo>
                  <a:pt x="19910" y="10039"/>
                </a:lnTo>
                <a:lnTo>
                  <a:pt x="19734" y="10433"/>
                </a:lnTo>
                <a:lnTo>
                  <a:pt x="19551" y="10823"/>
                </a:lnTo>
                <a:lnTo>
                  <a:pt x="19360" y="11209"/>
                </a:lnTo>
                <a:lnTo>
                  <a:pt x="19161" y="11589"/>
                </a:lnTo>
                <a:lnTo>
                  <a:pt x="18955" y="11964"/>
                </a:lnTo>
                <a:lnTo>
                  <a:pt x="18741" y="12333"/>
                </a:lnTo>
                <a:lnTo>
                  <a:pt x="18520" y="12698"/>
                </a:lnTo>
                <a:lnTo>
                  <a:pt x="18291" y="13057"/>
                </a:lnTo>
                <a:lnTo>
                  <a:pt x="18055" y="13410"/>
                </a:lnTo>
                <a:lnTo>
                  <a:pt x="17813" y="13758"/>
                </a:lnTo>
                <a:lnTo>
                  <a:pt x="17563" y="14100"/>
                </a:lnTo>
                <a:lnTo>
                  <a:pt x="17307" y="14436"/>
                </a:lnTo>
                <a:lnTo>
                  <a:pt x="17044" y="14766"/>
                </a:lnTo>
                <a:lnTo>
                  <a:pt x="16774" y="15089"/>
                </a:lnTo>
                <a:lnTo>
                  <a:pt x="16498" y="15407"/>
                </a:lnTo>
                <a:lnTo>
                  <a:pt x="16215" y="15718"/>
                </a:lnTo>
                <a:lnTo>
                  <a:pt x="15926" y="16022"/>
                </a:lnTo>
                <a:lnTo>
                  <a:pt x="15628" y="16323"/>
                </a:lnTo>
                <a:lnTo>
                  <a:pt x="15324" y="16617"/>
                </a:lnTo>
                <a:lnTo>
                  <a:pt x="15014" y="16904"/>
                </a:lnTo>
                <a:lnTo>
                  <a:pt x="14697" y="17183"/>
                </a:lnTo>
                <a:lnTo>
                  <a:pt x="14375" y="17455"/>
                </a:lnTo>
                <a:lnTo>
                  <a:pt x="14047" y="17720"/>
                </a:lnTo>
                <a:lnTo>
                  <a:pt x="13713" y="17977"/>
                </a:lnTo>
                <a:lnTo>
                  <a:pt x="13373" y="18226"/>
                </a:lnTo>
                <a:lnTo>
                  <a:pt x="13028" y="18468"/>
                </a:lnTo>
                <a:lnTo>
                  <a:pt x="12678" y="18702"/>
                </a:lnTo>
                <a:lnTo>
                  <a:pt x="12322" y="18927"/>
                </a:lnTo>
                <a:lnTo>
                  <a:pt x="11962" y="19144"/>
                </a:lnTo>
                <a:lnTo>
                  <a:pt x="11596" y="19354"/>
                </a:lnTo>
                <a:lnTo>
                  <a:pt x="11226" y="19554"/>
                </a:lnTo>
                <a:lnTo>
                  <a:pt x="10850" y="19746"/>
                </a:lnTo>
                <a:lnTo>
                  <a:pt x="10470" y="19929"/>
                </a:lnTo>
                <a:lnTo>
                  <a:pt x="10086" y="20104"/>
                </a:lnTo>
                <a:lnTo>
                  <a:pt x="9697" y="20269"/>
                </a:lnTo>
                <a:lnTo>
                  <a:pt x="9304" y="20426"/>
                </a:lnTo>
                <a:lnTo>
                  <a:pt x="8907" y="20573"/>
                </a:lnTo>
                <a:lnTo>
                  <a:pt x="8505" y="20711"/>
                </a:lnTo>
                <a:lnTo>
                  <a:pt x="8100" y="20840"/>
                </a:lnTo>
                <a:lnTo>
                  <a:pt x="7691" y="20959"/>
                </a:lnTo>
                <a:lnTo>
                  <a:pt x="7278" y="21068"/>
                </a:lnTo>
                <a:lnTo>
                  <a:pt x="6861" y="21167"/>
                </a:lnTo>
                <a:lnTo>
                  <a:pt x="6441" y="21257"/>
                </a:lnTo>
                <a:lnTo>
                  <a:pt x="6018" y="21336"/>
                </a:lnTo>
                <a:lnTo>
                  <a:pt x="5591" y="21405"/>
                </a:lnTo>
                <a:lnTo>
                  <a:pt x="5161" y="21464"/>
                </a:lnTo>
                <a:lnTo>
                  <a:pt x="4729" y="21513"/>
                </a:lnTo>
                <a:lnTo>
                  <a:pt x="4293" y="21551"/>
                </a:lnTo>
                <a:lnTo>
                  <a:pt x="3855" y="21578"/>
                </a:lnTo>
                <a:lnTo>
                  <a:pt x="3414" y="21594"/>
                </a:lnTo>
                <a:lnTo>
                  <a:pt x="297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12" name="Google Shape;1112;p48"/>
          <p:cNvSpPr/>
          <p:nvPr/>
        </p:nvSpPr>
        <p:spPr>
          <a:xfrm>
            <a:off x="7736681" y="3771900"/>
            <a:ext cx="1407348" cy="1371600"/>
          </a:xfrm>
          <a:custGeom>
            <a:rect b="b" l="l" r="r" t="t"/>
            <a:pathLst>
              <a:path extrusionOk="0" h="21600" w="21600">
                <a:moveTo>
                  <a:pt x="21600" y="21600"/>
                </a:moveTo>
                <a:lnTo>
                  <a:pt x="121" y="21600"/>
                </a:lnTo>
                <a:lnTo>
                  <a:pt x="115" y="21545"/>
                </a:lnTo>
                <a:lnTo>
                  <a:pt x="70" y="21071"/>
                </a:lnTo>
                <a:lnTo>
                  <a:pt x="36" y="20596"/>
                </a:lnTo>
                <a:lnTo>
                  <a:pt x="13" y="20121"/>
                </a:lnTo>
                <a:lnTo>
                  <a:pt x="1" y="19644"/>
                </a:lnTo>
                <a:lnTo>
                  <a:pt x="0" y="19406"/>
                </a:lnTo>
                <a:lnTo>
                  <a:pt x="1" y="19168"/>
                </a:lnTo>
                <a:lnTo>
                  <a:pt x="13" y="18692"/>
                </a:lnTo>
                <a:lnTo>
                  <a:pt x="36" y="18216"/>
                </a:lnTo>
                <a:lnTo>
                  <a:pt x="70" y="17741"/>
                </a:lnTo>
                <a:lnTo>
                  <a:pt x="115" y="17267"/>
                </a:lnTo>
                <a:lnTo>
                  <a:pt x="172" y="16795"/>
                </a:lnTo>
                <a:lnTo>
                  <a:pt x="240" y="16323"/>
                </a:lnTo>
                <a:lnTo>
                  <a:pt x="320" y="15854"/>
                </a:lnTo>
                <a:lnTo>
                  <a:pt x="410" y="15387"/>
                </a:lnTo>
                <a:lnTo>
                  <a:pt x="512" y="14922"/>
                </a:lnTo>
                <a:lnTo>
                  <a:pt x="625" y="14460"/>
                </a:lnTo>
                <a:lnTo>
                  <a:pt x="748" y="14001"/>
                </a:lnTo>
                <a:lnTo>
                  <a:pt x="883" y="13545"/>
                </a:lnTo>
                <a:lnTo>
                  <a:pt x="1029" y="13093"/>
                </a:lnTo>
                <a:lnTo>
                  <a:pt x="1185" y="12645"/>
                </a:lnTo>
                <a:lnTo>
                  <a:pt x="1352" y="12200"/>
                </a:lnTo>
                <a:lnTo>
                  <a:pt x="1530" y="11760"/>
                </a:lnTo>
                <a:lnTo>
                  <a:pt x="1718" y="11325"/>
                </a:lnTo>
                <a:lnTo>
                  <a:pt x="1916" y="10894"/>
                </a:lnTo>
                <a:lnTo>
                  <a:pt x="2125" y="10469"/>
                </a:lnTo>
                <a:lnTo>
                  <a:pt x="2344" y="10049"/>
                </a:lnTo>
                <a:lnTo>
                  <a:pt x="2573" y="9634"/>
                </a:lnTo>
                <a:lnTo>
                  <a:pt x="2811" y="9226"/>
                </a:lnTo>
                <a:lnTo>
                  <a:pt x="3060" y="8824"/>
                </a:lnTo>
                <a:lnTo>
                  <a:pt x="3318" y="8427"/>
                </a:lnTo>
                <a:lnTo>
                  <a:pt x="3585" y="8038"/>
                </a:lnTo>
                <a:lnTo>
                  <a:pt x="3861" y="7656"/>
                </a:lnTo>
                <a:lnTo>
                  <a:pt x="4147" y="7280"/>
                </a:lnTo>
                <a:lnTo>
                  <a:pt x="4442" y="6912"/>
                </a:lnTo>
                <a:lnTo>
                  <a:pt x="4745" y="6551"/>
                </a:lnTo>
                <a:lnTo>
                  <a:pt x="5057" y="6198"/>
                </a:lnTo>
                <a:lnTo>
                  <a:pt x="5377" y="5853"/>
                </a:lnTo>
                <a:lnTo>
                  <a:pt x="5705" y="5517"/>
                </a:lnTo>
                <a:lnTo>
                  <a:pt x="6041" y="5188"/>
                </a:lnTo>
                <a:lnTo>
                  <a:pt x="6385" y="4868"/>
                </a:lnTo>
                <a:lnTo>
                  <a:pt x="6736" y="4557"/>
                </a:lnTo>
                <a:lnTo>
                  <a:pt x="7095" y="4255"/>
                </a:lnTo>
                <a:lnTo>
                  <a:pt x="7461" y="3962"/>
                </a:lnTo>
                <a:lnTo>
                  <a:pt x="7834" y="3678"/>
                </a:lnTo>
                <a:lnTo>
                  <a:pt x="8214" y="3404"/>
                </a:lnTo>
                <a:lnTo>
                  <a:pt x="8600" y="3139"/>
                </a:lnTo>
                <a:lnTo>
                  <a:pt x="8992" y="2885"/>
                </a:lnTo>
                <a:lnTo>
                  <a:pt x="9390" y="2640"/>
                </a:lnTo>
                <a:lnTo>
                  <a:pt x="9794" y="2405"/>
                </a:lnTo>
                <a:lnTo>
                  <a:pt x="10203" y="2180"/>
                </a:lnTo>
                <a:lnTo>
                  <a:pt x="10618" y="1966"/>
                </a:lnTo>
                <a:lnTo>
                  <a:pt x="11037" y="1763"/>
                </a:lnTo>
                <a:lnTo>
                  <a:pt x="11462" y="1570"/>
                </a:lnTo>
                <a:lnTo>
                  <a:pt x="11891" y="1387"/>
                </a:lnTo>
                <a:lnTo>
                  <a:pt x="12324" y="1216"/>
                </a:lnTo>
                <a:lnTo>
                  <a:pt x="12761" y="1056"/>
                </a:lnTo>
                <a:lnTo>
                  <a:pt x="13202" y="906"/>
                </a:lnTo>
                <a:lnTo>
                  <a:pt x="13646" y="768"/>
                </a:lnTo>
                <a:lnTo>
                  <a:pt x="14093" y="641"/>
                </a:lnTo>
                <a:lnTo>
                  <a:pt x="14544" y="525"/>
                </a:lnTo>
                <a:lnTo>
                  <a:pt x="14996" y="421"/>
                </a:lnTo>
                <a:lnTo>
                  <a:pt x="15452" y="328"/>
                </a:lnTo>
                <a:lnTo>
                  <a:pt x="15909" y="246"/>
                </a:lnTo>
                <a:lnTo>
                  <a:pt x="16368" y="177"/>
                </a:lnTo>
                <a:lnTo>
                  <a:pt x="16829" y="118"/>
                </a:lnTo>
                <a:lnTo>
                  <a:pt x="17291" y="72"/>
                </a:lnTo>
                <a:lnTo>
                  <a:pt x="17754" y="37"/>
                </a:lnTo>
                <a:lnTo>
                  <a:pt x="18218" y="13"/>
                </a:lnTo>
                <a:lnTo>
                  <a:pt x="18682" y="1"/>
                </a:lnTo>
                <a:lnTo>
                  <a:pt x="18914" y="0"/>
                </a:lnTo>
                <a:lnTo>
                  <a:pt x="19146" y="1"/>
                </a:lnTo>
                <a:lnTo>
                  <a:pt x="19610" y="13"/>
                </a:lnTo>
                <a:lnTo>
                  <a:pt x="20074" y="37"/>
                </a:lnTo>
                <a:lnTo>
                  <a:pt x="20536" y="72"/>
                </a:lnTo>
                <a:lnTo>
                  <a:pt x="20998" y="118"/>
                </a:lnTo>
                <a:lnTo>
                  <a:pt x="21459" y="177"/>
                </a:lnTo>
                <a:lnTo>
                  <a:pt x="21600" y="197"/>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13" name="Google Shape;1113;p48"/>
          <p:cNvSpPr/>
          <p:nvPr/>
        </p:nvSpPr>
        <p:spPr>
          <a:xfrm>
            <a:off x="140719" y="22585"/>
            <a:ext cx="304290" cy="316872"/>
          </a:xfrm>
          <a:custGeom>
            <a:rect b="b" l="l" r="r" t="t"/>
            <a:pathLst>
              <a:path extrusionOk="0" h="21600" w="21600">
                <a:moveTo>
                  <a:pt x="2677" y="21600"/>
                </a:moveTo>
                <a:lnTo>
                  <a:pt x="6094" y="13469"/>
                </a:lnTo>
                <a:lnTo>
                  <a:pt x="0" y="8915"/>
                </a:lnTo>
                <a:lnTo>
                  <a:pt x="7669" y="8915"/>
                </a:lnTo>
                <a:lnTo>
                  <a:pt x="10365" y="0"/>
                </a:lnTo>
                <a:lnTo>
                  <a:pt x="12986" y="8461"/>
                </a:lnTo>
                <a:lnTo>
                  <a:pt x="21600" y="8169"/>
                </a:lnTo>
                <a:lnTo>
                  <a:pt x="14916"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14" name="Google Shape;1114;p48"/>
          <p:cNvSpPr/>
          <p:nvPr/>
        </p:nvSpPr>
        <p:spPr>
          <a:xfrm>
            <a:off x="1156712" y="201135"/>
            <a:ext cx="361098" cy="376056"/>
          </a:xfrm>
          <a:custGeom>
            <a:rect b="b" l="l" r="r" t="t"/>
            <a:pathLst>
              <a:path extrusionOk="0" h="21600" w="21600">
                <a:moveTo>
                  <a:pt x="2677" y="21600"/>
                </a:moveTo>
                <a:lnTo>
                  <a:pt x="6094" y="13469"/>
                </a:lnTo>
                <a:lnTo>
                  <a:pt x="0" y="8915"/>
                </a:lnTo>
                <a:lnTo>
                  <a:pt x="7669" y="8915"/>
                </a:lnTo>
                <a:lnTo>
                  <a:pt x="10365" y="0"/>
                </a:lnTo>
                <a:lnTo>
                  <a:pt x="12986" y="8461"/>
                </a:lnTo>
                <a:lnTo>
                  <a:pt x="21600" y="8169"/>
                </a:lnTo>
                <a:lnTo>
                  <a:pt x="14916"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15" name="Google Shape;1115;p48"/>
          <p:cNvSpPr/>
          <p:nvPr/>
        </p:nvSpPr>
        <p:spPr>
          <a:xfrm>
            <a:off x="307212" y="2833175"/>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16" name="Google Shape;1116;p48"/>
          <p:cNvSpPr/>
          <p:nvPr/>
        </p:nvSpPr>
        <p:spPr>
          <a:xfrm>
            <a:off x="703439" y="3463222"/>
            <a:ext cx="206766" cy="215352"/>
          </a:xfrm>
          <a:custGeom>
            <a:rect b="b" l="l" r="r" t="t"/>
            <a:pathLst>
              <a:path extrusionOk="0" h="21600" w="21600">
                <a:moveTo>
                  <a:pt x="2677" y="21600"/>
                </a:moveTo>
                <a:lnTo>
                  <a:pt x="6095" y="13469"/>
                </a:lnTo>
                <a:lnTo>
                  <a:pt x="0" y="8915"/>
                </a:lnTo>
                <a:lnTo>
                  <a:pt x="7669" y="8915"/>
                </a:lnTo>
                <a:lnTo>
                  <a:pt x="10365" y="0"/>
                </a:lnTo>
                <a:lnTo>
                  <a:pt x="12987" y="8461"/>
                </a:lnTo>
                <a:lnTo>
                  <a:pt x="21600" y="8169"/>
                </a:lnTo>
                <a:lnTo>
                  <a:pt x="14917" y="13014"/>
                </a:lnTo>
                <a:lnTo>
                  <a:pt x="18518" y="21600"/>
                </a:lnTo>
                <a:lnTo>
                  <a:pt x="10742"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17" name="Google Shape;1117;p48"/>
          <p:cNvSpPr/>
          <p:nvPr/>
        </p:nvSpPr>
        <p:spPr>
          <a:xfrm>
            <a:off x="292618" y="861595"/>
            <a:ext cx="212166" cy="220968"/>
          </a:xfrm>
          <a:custGeom>
            <a:rect b="b" l="l" r="r" t="t"/>
            <a:pathLst>
              <a:path extrusionOk="0" h="21600" w="21600">
                <a:moveTo>
                  <a:pt x="2677" y="21600"/>
                </a:moveTo>
                <a:lnTo>
                  <a:pt x="6094" y="13469"/>
                </a:lnTo>
                <a:lnTo>
                  <a:pt x="0" y="8915"/>
                </a:lnTo>
                <a:lnTo>
                  <a:pt x="7669" y="8915"/>
                </a:lnTo>
                <a:lnTo>
                  <a:pt x="10364" y="0"/>
                </a:lnTo>
                <a:lnTo>
                  <a:pt x="12987" y="8461"/>
                </a:lnTo>
                <a:lnTo>
                  <a:pt x="21600" y="8169"/>
                </a:lnTo>
                <a:lnTo>
                  <a:pt x="14917"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18" name="Google Shape;1118;p48"/>
          <p:cNvSpPr/>
          <p:nvPr/>
        </p:nvSpPr>
        <p:spPr>
          <a:xfrm>
            <a:off x="495706" y="1753688"/>
            <a:ext cx="214110" cy="222966"/>
          </a:xfrm>
          <a:custGeom>
            <a:rect b="b" l="l" r="r" t="t"/>
            <a:pathLst>
              <a:path extrusionOk="0" h="21600" w="21600">
                <a:moveTo>
                  <a:pt x="2677" y="21600"/>
                </a:moveTo>
                <a:lnTo>
                  <a:pt x="6095" y="13469"/>
                </a:lnTo>
                <a:lnTo>
                  <a:pt x="0" y="8915"/>
                </a:lnTo>
                <a:lnTo>
                  <a:pt x="7669" y="8915"/>
                </a:lnTo>
                <a:lnTo>
                  <a:pt x="10365" y="0"/>
                </a:lnTo>
                <a:lnTo>
                  <a:pt x="12986" y="8461"/>
                </a:lnTo>
                <a:lnTo>
                  <a:pt x="21600" y="8169"/>
                </a:lnTo>
                <a:lnTo>
                  <a:pt x="14917" y="13014"/>
                </a:lnTo>
                <a:lnTo>
                  <a:pt x="18517" y="21600"/>
                </a:lnTo>
                <a:lnTo>
                  <a:pt x="10741" y="16167"/>
                </a:lnTo>
                <a:lnTo>
                  <a:pt x="2677"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19" name="Google Shape;1119;p48"/>
          <p:cNvSpPr/>
          <p:nvPr/>
        </p:nvSpPr>
        <p:spPr>
          <a:xfrm>
            <a:off x="1121568" y="329326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12" id="1120" name="Google Shape;1120;p48"/>
          <p:cNvPicPr preferRelativeResize="0"/>
          <p:nvPr/>
        </p:nvPicPr>
        <p:blipFill rotWithShape="1">
          <a:blip r:embed="rId4">
            <a:alphaModFix/>
          </a:blip>
          <a:srcRect b="0" l="0" r="0" t="0"/>
          <a:stretch/>
        </p:blipFill>
        <p:spPr>
          <a:xfrm>
            <a:off x="800100" y="2571750"/>
            <a:ext cx="64293" cy="64293"/>
          </a:xfrm>
          <a:prstGeom prst="rect">
            <a:avLst/>
          </a:prstGeom>
          <a:noFill/>
          <a:ln>
            <a:noFill/>
          </a:ln>
        </p:spPr>
      </p:pic>
      <p:pic>
        <p:nvPicPr>
          <p:cNvPr descr="object 13" id="1121" name="Google Shape;1121;p48"/>
          <p:cNvPicPr preferRelativeResize="0"/>
          <p:nvPr/>
        </p:nvPicPr>
        <p:blipFill rotWithShape="1">
          <a:blip r:embed="rId4">
            <a:alphaModFix/>
          </a:blip>
          <a:srcRect b="0" l="0" r="0" t="0"/>
          <a:stretch/>
        </p:blipFill>
        <p:spPr>
          <a:xfrm>
            <a:off x="921544" y="2571750"/>
            <a:ext cx="64293" cy="64293"/>
          </a:xfrm>
          <a:prstGeom prst="rect">
            <a:avLst/>
          </a:prstGeom>
          <a:noFill/>
          <a:ln>
            <a:noFill/>
          </a:ln>
        </p:spPr>
      </p:pic>
      <p:pic>
        <p:nvPicPr>
          <p:cNvPr descr="object 14" id="1122" name="Google Shape;1122;p48"/>
          <p:cNvPicPr preferRelativeResize="0"/>
          <p:nvPr/>
        </p:nvPicPr>
        <p:blipFill rotWithShape="1">
          <a:blip r:embed="rId4">
            <a:alphaModFix/>
          </a:blip>
          <a:srcRect b="0" l="0" r="0" t="0"/>
          <a:stretch/>
        </p:blipFill>
        <p:spPr>
          <a:xfrm>
            <a:off x="857250" y="2457450"/>
            <a:ext cx="64293" cy="64293"/>
          </a:xfrm>
          <a:prstGeom prst="rect">
            <a:avLst/>
          </a:prstGeom>
          <a:noFill/>
          <a:ln>
            <a:noFill/>
          </a:ln>
        </p:spPr>
      </p:pic>
      <p:pic>
        <p:nvPicPr>
          <p:cNvPr descr="object 15" id="1123" name="Google Shape;1123;p48"/>
          <p:cNvPicPr preferRelativeResize="0"/>
          <p:nvPr/>
        </p:nvPicPr>
        <p:blipFill rotWithShape="1">
          <a:blip r:embed="rId4">
            <a:alphaModFix/>
          </a:blip>
          <a:srcRect b="0" l="0" r="0" t="0"/>
          <a:stretch/>
        </p:blipFill>
        <p:spPr>
          <a:xfrm>
            <a:off x="2178844" y="564356"/>
            <a:ext cx="64293" cy="64293"/>
          </a:xfrm>
          <a:prstGeom prst="rect">
            <a:avLst/>
          </a:prstGeom>
          <a:noFill/>
          <a:ln>
            <a:noFill/>
          </a:ln>
        </p:spPr>
      </p:pic>
      <p:pic>
        <p:nvPicPr>
          <p:cNvPr descr="object 16" id="1124" name="Google Shape;1124;p48"/>
          <p:cNvPicPr preferRelativeResize="0"/>
          <p:nvPr/>
        </p:nvPicPr>
        <p:blipFill rotWithShape="1">
          <a:blip r:embed="rId4">
            <a:alphaModFix/>
          </a:blip>
          <a:srcRect b="0" l="0" r="0" t="0"/>
          <a:stretch/>
        </p:blipFill>
        <p:spPr>
          <a:xfrm>
            <a:off x="3093244" y="207169"/>
            <a:ext cx="64293" cy="64293"/>
          </a:xfrm>
          <a:prstGeom prst="rect">
            <a:avLst/>
          </a:prstGeom>
          <a:noFill/>
          <a:ln>
            <a:noFill/>
          </a:ln>
        </p:spPr>
      </p:pic>
      <p:pic>
        <p:nvPicPr>
          <p:cNvPr descr="object 17" id="1125" name="Google Shape;1125;p48"/>
          <p:cNvPicPr preferRelativeResize="0"/>
          <p:nvPr/>
        </p:nvPicPr>
        <p:blipFill rotWithShape="1">
          <a:blip r:embed="rId4">
            <a:alphaModFix/>
          </a:blip>
          <a:srcRect b="0" l="0" r="0" t="0"/>
          <a:stretch/>
        </p:blipFill>
        <p:spPr>
          <a:xfrm>
            <a:off x="2514600" y="107156"/>
            <a:ext cx="64293" cy="64293"/>
          </a:xfrm>
          <a:prstGeom prst="rect">
            <a:avLst/>
          </a:prstGeom>
          <a:noFill/>
          <a:ln>
            <a:noFill/>
          </a:ln>
        </p:spPr>
      </p:pic>
      <p:sp>
        <p:nvSpPr>
          <p:cNvPr id="1126" name="Google Shape;1126;p48"/>
          <p:cNvSpPr/>
          <p:nvPr/>
        </p:nvSpPr>
        <p:spPr>
          <a:xfrm>
            <a:off x="621506" y="4036218"/>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27" name="Google Shape;1127;p48"/>
          <p:cNvSpPr/>
          <p:nvPr/>
        </p:nvSpPr>
        <p:spPr>
          <a:xfrm>
            <a:off x="8620493" y="4618294"/>
            <a:ext cx="304290" cy="316872"/>
          </a:xfrm>
          <a:custGeom>
            <a:rect b="b" l="l" r="r" t="t"/>
            <a:pathLst>
              <a:path extrusionOk="0" h="21600" w="21600">
                <a:moveTo>
                  <a:pt x="18923" y="0"/>
                </a:moveTo>
                <a:lnTo>
                  <a:pt x="15506" y="8131"/>
                </a:lnTo>
                <a:lnTo>
                  <a:pt x="21600" y="12685"/>
                </a:lnTo>
                <a:lnTo>
                  <a:pt x="13931" y="12685"/>
                </a:lnTo>
                <a:lnTo>
                  <a:pt x="11235" y="21600"/>
                </a:lnTo>
                <a:lnTo>
                  <a:pt x="8614" y="13139"/>
                </a:lnTo>
                <a:lnTo>
                  <a:pt x="0" y="13431"/>
                </a:lnTo>
                <a:lnTo>
                  <a:pt x="6684"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28" name="Google Shape;1128;p48"/>
          <p:cNvSpPr/>
          <p:nvPr/>
        </p:nvSpPr>
        <p:spPr>
          <a:xfrm>
            <a:off x="7547697" y="4380592"/>
            <a:ext cx="361098" cy="376056"/>
          </a:xfrm>
          <a:custGeom>
            <a:rect b="b" l="l" r="r" t="t"/>
            <a:pathLst>
              <a:path extrusionOk="0" h="21600" w="21600">
                <a:moveTo>
                  <a:pt x="18923" y="0"/>
                </a:moveTo>
                <a:lnTo>
                  <a:pt x="15506" y="8131"/>
                </a:lnTo>
                <a:lnTo>
                  <a:pt x="21600" y="12685"/>
                </a:lnTo>
                <a:lnTo>
                  <a:pt x="13931" y="12685"/>
                </a:lnTo>
                <a:lnTo>
                  <a:pt x="11235" y="21600"/>
                </a:lnTo>
                <a:lnTo>
                  <a:pt x="8614" y="13139"/>
                </a:lnTo>
                <a:lnTo>
                  <a:pt x="0" y="13431"/>
                </a:lnTo>
                <a:lnTo>
                  <a:pt x="6684"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29" name="Google Shape;1129;p48"/>
          <p:cNvSpPr/>
          <p:nvPr/>
        </p:nvSpPr>
        <p:spPr>
          <a:xfrm>
            <a:off x="8551515" y="1909255"/>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30" name="Google Shape;1130;p48"/>
          <p:cNvSpPr/>
          <p:nvPr/>
        </p:nvSpPr>
        <p:spPr>
          <a:xfrm>
            <a:off x="8155295" y="1279209"/>
            <a:ext cx="206766" cy="215352"/>
          </a:xfrm>
          <a:custGeom>
            <a:rect b="b" l="l" r="r" t="t"/>
            <a:pathLst>
              <a:path extrusionOk="0" h="21600" w="21600">
                <a:moveTo>
                  <a:pt x="18923" y="0"/>
                </a:moveTo>
                <a:lnTo>
                  <a:pt x="15505" y="8131"/>
                </a:lnTo>
                <a:lnTo>
                  <a:pt x="21600" y="12685"/>
                </a:lnTo>
                <a:lnTo>
                  <a:pt x="13930" y="12685"/>
                </a:lnTo>
                <a:lnTo>
                  <a:pt x="11235" y="21600"/>
                </a:lnTo>
                <a:lnTo>
                  <a:pt x="8613" y="13139"/>
                </a:lnTo>
                <a:lnTo>
                  <a:pt x="0" y="13431"/>
                </a:lnTo>
                <a:lnTo>
                  <a:pt x="6683" y="8586"/>
                </a:lnTo>
                <a:lnTo>
                  <a:pt x="3082" y="0"/>
                </a:lnTo>
                <a:lnTo>
                  <a:pt x="10858"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31" name="Google Shape;1131;p48"/>
          <p:cNvSpPr/>
          <p:nvPr/>
        </p:nvSpPr>
        <p:spPr>
          <a:xfrm>
            <a:off x="8560698" y="3875203"/>
            <a:ext cx="212166" cy="220968"/>
          </a:xfrm>
          <a:custGeom>
            <a:rect b="b" l="l" r="r" t="t"/>
            <a:pathLst>
              <a:path extrusionOk="0" h="21600" w="21600">
                <a:moveTo>
                  <a:pt x="18923" y="0"/>
                </a:moveTo>
                <a:lnTo>
                  <a:pt x="15506" y="8131"/>
                </a:lnTo>
                <a:lnTo>
                  <a:pt x="21600" y="12685"/>
                </a:lnTo>
                <a:lnTo>
                  <a:pt x="13931" y="12685"/>
                </a:lnTo>
                <a:lnTo>
                  <a:pt x="11235" y="21600"/>
                </a:lnTo>
                <a:lnTo>
                  <a:pt x="8613"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32" name="Google Shape;1132;p48"/>
          <p:cNvSpPr/>
          <p:nvPr/>
        </p:nvSpPr>
        <p:spPr>
          <a:xfrm>
            <a:off x="8355693" y="2981105"/>
            <a:ext cx="214110" cy="222966"/>
          </a:xfrm>
          <a:custGeom>
            <a:rect b="b" l="l" r="r" t="t"/>
            <a:pathLst>
              <a:path extrusionOk="0" h="21600" w="21600">
                <a:moveTo>
                  <a:pt x="18923" y="0"/>
                </a:moveTo>
                <a:lnTo>
                  <a:pt x="15505" y="8131"/>
                </a:lnTo>
                <a:lnTo>
                  <a:pt x="21600" y="12685"/>
                </a:lnTo>
                <a:lnTo>
                  <a:pt x="13931" y="12685"/>
                </a:lnTo>
                <a:lnTo>
                  <a:pt x="11235" y="21600"/>
                </a:lnTo>
                <a:lnTo>
                  <a:pt x="8614" y="13139"/>
                </a:lnTo>
                <a:lnTo>
                  <a:pt x="0" y="13431"/>
                </a:lnTo>
                <a:lnTo>
                  <a:pt x="6683" y="8586"/>
                </a:lnTo>
                <a:lnTo>
                  <a:pt x="3083" y="0"/>
                </a:lnTo>
                <a:lnTo>
                  <a:pt x="10859" y="5433"/>
                </a:lnTo>
                <a:lnTo>
                  <a:pt x="18923" y="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33" name="Google Shape;1133;p48"/>
          <p:cNvSpPr/>
          <p:nvPr/>
        </p:nvSpPr>
        <p:spPr>
          <a:xfrm>
            <a:off x="7736764" y="145732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pic>
        <p:nvPicPr>
          <p:cNvPr descr="object 26" id="1134" name="Google Shape;1134;p48"/>
          <p:cNvPicPr preferRelativeResize="0"/>
          <p:nvPr/>
        </p:nvPicPr>
        <p:blipFill rotWithShape="1">
          <a:blip r:embed="rId4">
            <a:alphaModFix/>
          </a:blip>
          <a:srcRect b="0" l="0" r="0" t="0"/>
          <a:stretch/>
        </p:blipFill>
        <p:spPr>
          <a:xfrm>
            <a:off x="8201108" y="2321719"/>
            <a:ext cx="64295" cy="64293"/>
          </a:xfrm>
          <a:prstGeom prst="rect">
            <a:avLst/>
          </a:prstGeom>
          <a:noFill/>
          <a:ln>
            <a:noFill/>
          </a:ln>
        </p:spPr>
      </p:pic>
      <p:pic>
        <p:nvPicPr>
          <p:cNvPr descr="object 27" id="1135" name="Google Shape;1135;p48"/>
          <p:cNvPicPr preferRelativeResize="0"/>
          <p:nvPr/>
        </p:nvPicPr>
        <p:blipFill rotWithShape="1">
          <a:blip r:embed="rId4">
            <a:alphaModFix/>
          </a:blip>
          <a:srcRect b="0" l="0" r="0" t="0"/>
          <a:stretch/>
        </p:blipFill>
        <p:spPr>
          <a:xfrm>
            <a:off x="8079664" y="2321719"/>
            <a:ext cx="64295" cy="64293"/>
          </a:xfrm>
          <a:prstGeom prst="rect">
            <a:avLst/>
          </a:prstGeom>
          <a:noFill/>
          <a:ln>
            <a:noFill/>
          </a:ln>
        </p:spPr>
      </p:pic>
      <p:pic>
        <p:nvPicPr>
          <p:cNvPr descr="object 28" id="1136" name="Google Shape;1136;p48"/>
          <p:cNvPicPr preferRelativeResize="0"/>
          <p:nvPr/>
        </p:nvPicPr>
        <p:blipFill rotWithShape="1">
          <a:blip r:embed="rId4">
            <a:alphaModFix/>
          </a:blip>
          <a:srcRect b="0" l="0" r="0" t="0"/>
          <a:stretch/>
        </p:blipFill>
        <p:spPr>
          <a:xfrm>
            <a:off x="8143958" y="2436019"/>
            <a:ext cx="64295" cy="64293"/>
          </a:xfrm>
          <a:prstGeom prst="rect">
            <a:avLst/>
          </a:prstGeom>
          <a:noFill/>
          <a:ln>
            <a:noFill/>
          </a:ln>
        </p:spPr>
      </p:pic>
      <p:pic>
        <p:nvPicPr>
          <p:cNvPr descr="object 29" id="1137" name="Google Shape;1137;p48"/>
          <p:cNvPicPr preferRelativeResize="0"/>
          <p:nvPr/>
        </p:nvPicPr>
        <p:blipFill rotWithShape="1">
          <a:blip r:embed="rId4">
            <a:alphaModFix/>
          </a:blip>
          <a:srcRect b="0" l="0" r="0" t="0"/>
          <a:stretch/>
        </p:blipFill>
        <p:spPr>
          <a:xfrm>
            <a:off x="6822364" y="4329113"/>
            <a:ext cx="64295" cy="64293"/>
          </a:xfrm>
          <a:prstGeom prst="rect">
            <a:avLst/>
          </a:prstGeom>
          <a:noFill/>
          <a:ln>
            <a:noFill/>
          </a:ln>
        </p:spPr>
      </p:pic>
      <p:pic>
        <p:nvPicPr>
          <p:cNvPr descr="object 30" id="1138" name="Google Shape;1138;p48"/>
          <p:cNvPicPr preferRelativeResize="0"/>
          <p:nvPr/>
        </p:nvPicPr>
        <p:blipFill rotWithShape="1">
          <a:blip r:embed="rId4">
            <a:alphaModFix/>
          </a:blip>
          <a:srcRect b="0" l="0" r="0" t="0"/>
          <a:stretch/>
        </p:blipFill>
        <p:spPr>
          <a:xfrm>
            <a:off x="6486608" y="4786313"/>
            <a:ext cx="64295" cy="64293"/>
          </a:xfrm>
          <a:prstGeom prst="rect">
            <a:avLst/>
          </a:prstGeom>
          <a:noFill/>
          <a:ln>
            <a:noFill/>
          </a:ln>
        </p:spPr>
      </p:pic>
      <p:pic>
        <p:nvPicPr>
          <p:cNvPr descr="object 31" id="1139" name="Google Shape;1139;p48"/>
          <p:cNvPicPr preferRelativeResize="0"/>
          <p:nvPr/>
        </p:nvPicPr>
        <p:blipFill rotWithShape="1">
          <a:blip r:embed="rId4">
            <a:alphaModFix/>
          </a:blip>
          <a:srcRect b="0" l="0" r="0" t="0"/>
          <a:stretch/>
        </p:blipFill>
        <p:spPr>
          <a:xfrm>
            <a:off x="5907964" y="4686300"/>
            <a:ext cx="64295" cy="64293"/>
          </a:xfrm>
          <a:prstGeom prst="rect">
            <a:avLst/>
          </a:prstGeom>
          <a:noFill/>
          <a:ln>
            <a:noFill/>
          </a:ln>
        </p:spPr>
      </p:pic>
      <p:sp>
        <p:nvSpPr>
          <p:cNvPr id="1140" name="Google Shape;1140;p48"/>
          <p:cNvSpPr/>
          <p:nvPr/>
        </p:nvSpPr>
        <p:spPr>
          <a:xfrm>
            <a:off x="8236826" y="714374"/>
            <a:ext cx="207144" cy="207144"/>
          </a:xfrm>
          <a:custGeom>
            <a:rect b="b" l="l" r="r" t="t"/>
            <a:pathLst>
              <a:path extrusionOk="0" h="21600" w="21600">
                <a:moveTo>
                  <a:pt x="10800" y="21600"/>
                </a:moveTo>
                <a:lnTo>
                  <a:pt x="8175" y="21276"/>
                </a:lnTo>
                <a:lnTo>
                  <a:pt x="5709" y="20325"/>
                </a:lnTo>
                <a:lnTo>
                  <a:pt x="3548" y="18803"/>
                </a:lnTo>
                <a:lnTo>
                  <a:pt x="1820" y="16800"/>
                </a:lnTo>
                <a:lnTo>
                  <a:pt x="631" y="14438"/>
                </a:lnTo>
                <a:lnTo>
                  <a:pt x="52" y="11859"/>
                </a:lnTo>
                <a:lnTo>
                  <a:pt x="0" y="10800"/>
                </a:lnTo>
                <a:lnTo>
                  <a:pt x="13" y="10269"/>
                </a:lnTo>
                <a:lnTo>
                  <a:pt x="465" y="7665"/>
                </a:lnTo>
                <a:lnTo>
                  <a:pt x="1536" y="5248"/>
                </a:lnTo>
                <a:lnTo>
                  <a:pt x="3163" y="3163"/>
                </a:lnTo>
                <a:lnTo>
                  <a:pt x="5248" y="1536"/>
                </a:lnTo>
                <a:lnTo>
                  <a:pt x="7665" y="465"/>
                </a:lnTo>
                <a:lnTo>
                  <a:pt x="10269" y="13"/>
                </a:lnTo>
                <a:lnTo>
                  <a:pt x="10800" y="0"/>
                </a:lnTo>
                <a:lnTo>
                  <a:pt x="11331" y="13"/>
                </a:lnTo>
                <a:lnTo>
                  <a:pt x="13935" y="465"/>
                </a:lnTo>
                <a:lnTo>
                  <a:pt x="16352" y="1536"/>
                </a:lnTo>
                <a:lnTo>
                  <a:pt x="18437" y="3163"/>
                </a:lnTo>
                <a:lnTo>
                  <a:pt x="20064" y="5248"/>
                </a:lnTo>
                <a:lnTo>
                  <a:pt x="21135" y="7665"/>
                </a:lnTo>
                <a:lnTo>
                  <a:pt x="21587" y="10269"/>
                </a:lnTo>
                <a:lnTo>
                  <a:pt x="21600" y="10800"/>
                </a:lnTo>
                <a:lnTo>
                  <a:pt x="21587" y="11331"/>
                </a:lnTo>
                <a:lnTo>
                  <a:pt x="21135" y="13935"/>
                </a:lnTo>
                <a:lnTo>
                  <a:pt x="20064" y="16352"/>
                </a:lnTo>
                <a:lnTo>
                  <a:pt x="18437" y="18437"/>
                </a:lnTo>
                <a:lnTo>
                  <a:pt x="16352" y="20064"/>
                </a:lnTo>
                <a:lnTo>
                  <a:pt x="13935" y="21135"/>
                </a:lnTo>
                <a:lnTo>
                  <a:pt x="11331" y="21587"/>
                </a:lnTo>
                <a:lnTo>
                  <a:pt x="10800"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nvGrpSpPr>
          <p:cNvPr id="1141" name="Google Shape;1141;p48"/>
          <p:cNvGrpSpPr/>
          <p:nvPr/>
        </p:nvGrpSpPr>
        <p:grpSpPr>
          <a:xfrm>
            <a:off x="-2" y="3951490"/>
            <a:ext cx="3141293" cy="1192012"/>
            <a:chOff x="-2" y="0"/>
            <a:chExt cx="5584520" cy="2119132"/>
          </a:xfrm>
        </p:grpSpPr>
        <p:sp>
          <p:nvSpPr>
            <p:cNvPr id="1142" name="Google Shape;1142;p48"/>
            <p:cNvSpPr/>
            <p:nvPr/>
          </p:nvSpPr>
          <p:spPr>
            <a:xfrm>
              <a:off x="0" y="0"/>
              <a:ext cx="5584518" cy="2119122"/>
            </a:xfrm>
            <a:custGeom>
              <a:rect b="b" l="l" r="r" t="t"/>
              <a:pathLst>
                <a:path extrusionOk="0" h="21600" w="21600">
                  <a:moveTo>
                    <a:pt x="21600" y="21600"/>
                  </a:moveTo>
                  <a:lnTo>
                    <a:pt x="0" y="21600"/>
                  </a:lnTo>
                  <a:lnTo>
                    <a:pt x="0" y="0"/>
                  </a:lnTo>
                  <a:lnTo>
                    <a:pt x="167" y="447"/>
                  </a:lnTo>
                  <a:lnTo>
                    <a:pt x="285" y="770"/>
                  </a:lnTo>
                  <a:lnTo>
                    <a:pt x="402" y="1095"/>
                  </a:lnTo>
                  <a:lnTo>
                    <a:pt x="517" y="1424"/>
                  </a:lnTo>
                  <a:lnTo>
                    <a:pt x="631" y="1754"/>
                  </a:lnTo>
                  <a:lnTo>
                    <a:pt x="744" y="2087"/>
                  </a:lnTo>
                  <a:lnTo>
                    <a:pt x="856" y="2422"/>
                  </a:lnTo>
                  <a:lnTo>
                    <a:pt x="966" y="2759"/>
                  </a:lnTo>
                  <a:lnTo>
                    <a:pt x="1076" y="3098"/>
                  </a:lnTo>
                  <a:lnTo>
                    <a:pt x="1184" y="3438"/>
                  </a:lnTo>
                  <a:lnTo>
                    <a:pt x="1292" y="3779"/>
                  </a:lnTo>
                  <a:lnTo>
                    <a:pt x="1398" y="4121"/>
                  </a:lnTo>
                  <a:lnTo>
                    <a:pt x="1503" y="4464"/>
                  </a:lnTo>
                  <a:lnTo>
                    <a:pt x="1607" y="4807"/>
                  </a:lnTo>
                  <a:lnTo>
                    <a:pt x="1710" y="5151"/>
                  </a:lnTo>
                  <a:lnTo>
                    <a:pt x="1812" y="5495"/>
                  </a:lnTo>
                  <a:lnTo>
                    <a:pt x="1913" y="5840"/>
                  </a:lnTo>
                  <a:lnTo>
                    <a:pt x="2013" y="6184"/>
                  </a:lnTo>
                  <a:lnTo>
                    <a:pt x="2112" y="6527"/>
                  </a:lnTo>
                  <a:lnTo>
                    <a:pt x="2307" y="7212"/>
                  </a:lnTo>
                  <a:lnTo>
                    <a:pt x="2498" y="7894"/>
                  </a:lnTo>
                  <a:lnTo>
                    <a:pt x="2686" y="8569"/>
                  </a:lnTo>
                  <a:lnTo>
                    <a:pt x="2851" y="9140"/>
                  </a:lnTo>
                  <a:lnTo>
                    <a:pt x="3021" y="9673"/>
                  </a:lnTo>
                  <a:lnTo>
                    <a:pt x="3195" y="10169"/>
                  </a:lnTo>
                  <a:lnTo>
                    <a:pt x="3373" y="10631"/>
                  </a:lnTo>
                  <a:lnTo>
                    <a:pt x="3553" y="11058"/>
                  </a:lnTo>
                  <a:lnTo>
                    <a:pt x="3737" y="11452"/>
                  </a:lnTo>
                  <a:lnTo>
                    <a:pt x="3923" y="11814"/>
                  </a:lnTo>
                  <a:lnTo>
                    <a:pt x="4112" y="12146"/>
                  </a:lnTo>
                  <a:lnTo>
                    <a:pt x="4303" y="12447"/>
                  </a:lnTo>
                  <a:lnTo>
                    <a:pt x="4495" y="12720"/>
                  </a:lnTo>
                  <a:lnTo>
                    <a:pt x="4688" y="12966"/>
                  </a:lnTo>
                  <a:lnTo>
                    <a:pt x="4882" y="13185"/>
                  </a:lnTo>
                  <a:lnTo>
                    <a:pt x="5077" y="13379"/>
                  </a:lnTo>
                  <a:lnTo>
                    <a:pt x="5272" y="13549"/>
                  </a:lnTo>
                  <a:lnTo>
                    <a:pt x="5467" y="13696"/>
                  </a:lnTo>
                  <a:lnTo>
                    <a:pt x="5661" y="13821"/>
                  </a:lnTo>
                  <a:lnTo>
                    <a:pt x="5854" y="13925"/>
                  </a:lnTo>
                  <a:lnTo>
                    <a:pt x="6046" y="14009"/>
                  </a:lnTo>
                  <a:lnTo>
                    <a:pt x="6237" y="14075"/>
                  </a:lnTo>
                  <a:lnTo>
                    <a:pt x="6425" y="14123"/>
                  </a:lnTo>
                  <a:lnTo>
                    <a:pt x="6611" y="14155"/>
                  </a:lnTo>
                  <a:lnTo>
                    <a:pt x="6795" y="14172"/>
                  </a:lnTo>
                  <a:lnTo>
                    <a:pt x="19216" y="14174"/>
                  </a:lnTo>
                  <a:lnTo>
                    <a:pt x="19993" y="15920"/>
                  </a:lnTo>
                  <a:lnTo>
                    <a:pt x="21311" y="20400"/>
                  </a:lnTo>
                  <a:lnTo>
                    <a:pt x="21600" y="21600"/>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43" name="Google Shape;1143;p48"/>
            <p:cNvSpPr/>
            <p:nvPr/>
          </p:nvSpPr>
          <p:spPr>
            <a:xfrm>
              <a:off x="-2" y="702118"/>
              <a:ext cx="4042926" cy="1417014"/>
            </a:xfrm>
            <a:custGeom>
              <a:rect b="b" l="l" r="r" t="t"/>
              <a:pathLst>
                <a:path extrusionOk="0" h="21600" w="21600">
                  <a:moveTo>
                    <a:pt x="21600" y="21600"/>
                  </a:moveTo>
                  <a:lnTo>
                    <a:pt x="0" y="21600"/>
                  </a:lnTo>
                  <a:lnTo>
                    <a:pt x="0" y="0"/>
                  </a:lnTo>
                  <a:lnTo>
                    <a:pt x="194" y="471"/>
                  </a:lnTo>
                  <a:lnTo>
                    <a:pt x="369" y="912"/>
                  </a:lnTo>
                  <a:lnTo>
                    <a:pt x="541" y="1361"/>
                  </a:lnTo>
                  <a:lnTo>
                    <a:pt x="711" y="1819"/>
                  </a:lnTo>
                  <a:lnTo>
                    <a:pt x="878" y="2283"/>
                  </a:lnTo>
                  <a:lnTo>
                    <a:pt x="1043" y="2755"/>
                  </a:lnTo>
                  <a:lnTo>
                    <a:pt x="1205" y="3234"/>
                  </a:lnTo>
                  <a:lnTo>
                    <a:pt x="1365" y="3718"/>
                  </a:lnTo>
                  <a:lnTo>
                    <a:pt x="1523" y="4207"/>
                  </a:lnTo>
                  <a:lnTo>
                    <a:pt x="1679" y="4702"/>
                  </a:lnTo>
                  <a:lnTo>
                    <a:pt x="1832" y="5200"/>
                  </a:lnTo>
                  <a:lnTo>
                    <a:pt x="1984" y="5702"/>
                  </a:lnTo>
                  <a:lnTo>
                    <a:pt x="2133" y="6208"/>
                  </a:lnTo>
                  <a:lnTo>
                    <a:pt x="2280" y="6715"/>
                  </a:lnTo>
                  <a:lnTo>
                    <a:pt x="2425" y="7225"/>
                  </a:lnTo>
                  <a:lnTo>
                    <a:pt x="2569" y="7736"/>
                  </a:lnTo>
                  <a:lnTo>
                    <a:pt x="2710" y="8248"/>
                  </a:lnTo>
                  <a:lnTo>
                    <a:pt x="2849" y="8760"/>
                  </a:lnTo>
                  <a:lnTo>
                    <a:pt x="2986" y="9271"/>
                  </a:lnTo>
                  <a:lnTo>
                    <a:pt x="3122" y="9782"/>
                  </a:lnTo>
                  <a:lnTo>
                    <a:pt x="3256" y="10292"/>
                  </a:lnTo>
                  <a:lnTo>
                    <a:pt x="3388" y="10799"/>
                  </a:lnTo>
                  <a:lnTo>
                    <a:pt x="3646" y="11805"/>
                  </a:lnTo>
                  <a:lnTo>
                    <a:pt x="3874" y="12642"/>
                  </a:lnTo>
                  <a:lnTo>
                    <a:pt x="4110" y="13404"/>
                  </a:lnTo>
                  <a:lnTo>
                    <a:pt x="4353" y="14093"/>
                  </a:lnTo>
                  <a:lnTo>
                    <a:pt x="4602" y="14714"/>
                  </a:lnTo>
                  <a:lnTo>
                    <a:pt x="4856" y="15269"/>
                  </a:lnTo>
                  <a:lnTo>
                    <a:pt x="5115" y="15761"/>
                  </a:lnTo>
                  <a:lnTo>
                    <a:pt x="5377" y="16193"/>
                  </a:lnTo>
                  <a:lnTo>
                    <a:pt x="5642" y="16568"/>
                  </a:lnTo>
                  <a:lnTo>
                    <a:pt x="5908" y="16890"/>
                  </a:lnTo>
                  <a:lnTo>
                    <a:pt x="6175" y="17162"/>
                  </a:lnTo>
                  <a:lnTo>
                    <a:pt x="6442" y="17386"/>
                  </a:lnTo>
                  <a:lnTo>
                    <a:pt x="6708" y="17565"/>
                  </a:lnTo>
                  <a:lnTo>
                    <a:pt x="6972" y="17704"/>
                  </a:lnTo>
                  <a:lnTo>
                    <a:pt x="7233" y="17804"/>
                  </a:lnTo>
                  <a:lnTo>
                    <a:pt x="7491" y="17869"/>
                  </a:lnTo>
                  <a:lnTo>
                    <a:pt x="7744" y="17902"/>
                  </a:lnTo>
                  <a:lnTo>
                    <a:pt x="20290" y="17905"/>
                  </a:lnTo>
                  <a:lnTo>
                    <a:pt x="21046" y="19679"/>
                  </a:lnTo>
                  <a:lnTo>
                    <a:pt x="21600" y="21600"/>
                  </a:lnTo>
                  <a:close/>
                </a:path>
              </a:pathLst>
            </a:custGeom>
            <a:solidFill>
              <a:srgbClr val="445EF5"/>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1144" name="Google Shape;1144;p48"/>
          <p:cNvSpPr/>
          <p:nvPr/>
        </p:nvSpPr>
        <p:spPr>
          <a:xfrm>
            <a:off x="1571625" y="885824"/>
            <a:ext cx="6007878" cy="2707452"/>
          </a:xfrm>
          <a:custGeom>
            <a:rect b="b" l="l" r="r" t="t"/>
            <a:pathLst>
              <a:path extrusionOk="0" h="21600" w="21600">
                <a:moveTo>
                  <a:pt x="20162" y="21600"/>
                </a:moveTo>
                <a:lnTo>
                  <a:pt x="1438" y="21600"/>
                </a:lnTo>
                <a:lnTo>
                  <a:pt x="1403" y="21599"/>
                </a:lnTo>
                <a:lnTo>
                  <a:pt x="1297" y="21585"/>
                </a:lnTo>
                <a:lnTo>
                  <a:pt x="1192" y="21553"/>
                </a:lnTo>
                <a:lnTo>
                  <a:pt x="1089" y="21504"/>
                </a:lnTo>
                <a:lnTo>
                  <a:pt x="987" y="21439"/>
                </a:lnTo>
                <a:lnTo>
                  <a:pt x="888" y="21357"/>
                </a:lnTo>
                <a:lnTo>
                  <a:pt x="792" y="21259"/>
                </a:lnTo>
                <a:lnTo>
                  <a:pt x="699" y="21146"/>
                </a:lnTo>
                <a:lnTo>
                  <a:pt x="610" y="21018"/>
                </a:lnTo>
                <a:lnTo>
                  <a:pt x="526" y="20876"/>
                </a:lnTo>
                <a:lnTo>
                  <a:pt x="447" y="20720"/>
                </a:lnTo>
                <a:lnTo>
                  <a:pt x="373" y="20552"/>
                </a:lnTo>
                <a:lnTo>
                  <a:pt x="304" y="20372"/>
                </a:lnTo>
                <a:lnTo>
                  <a:pt x="242" y="20182"/>
                </a:lnTo>
                <a:lnTo>
                  <a:pt x="187" y="19982"/>
                </a:lnTo>
                <a:lnTo>
                  <a:pt x="138" y="19773"/>
                </a:lnTo>
                <a:lnTo>
                  <a:pt x="96" y="19557"/>
                </a:lnTo>
                <a:lnTo>
                  <a:pt x="62" y="19335"/>
                </a:lnTo>
                <a:lnTo>
                  <a:pt x="35" y="19108"/>
                </a:lnTo>
                <a:lnTo>
                  <a:pt x="16" y="18877"/>
                </a:lnTo>
                <a:lnTo>
                  <a:pt x="4" y="18643"/>
                </a:lnTo>
                <a:lnTo>
                  <a:pt x="0" y="18408"/>
                </a:lnTo>
                <a:lnTo>
                  <a:pt x="0" y="3192"/>
                </a:lnTo>
                <a:lnTo>
                  <a:pt x="4" y="2957"/>
                </a:lnTo>
                <a:lnTo>
                  <a:pt x="16" y="2723"/>
                </a:lnTo>
                <a:lnTo>
                  <a:pt x="35" y="2492"/>
                </a:lnTo>
                <a:lnTo>
                  <a:pt x="62" y="2265"/>
                </a:lnTo>
                <a:lnTo>
                  <a:pt x="96" y="2043"/>
                </a:lnTo>
                <a:lnTo>
                  <a:pt x="138" y="1827"/>
                </a:lnTo>
                <a:lnTo>
                  <a:pt x="187" y="1618"/>
                </a:lnTo>
                <a:lnTo>
                  <a:pt x="242" y="1418"/>
                </a:lnTo>
                <a:lnTo>
                  <a:pt x="304" y="1228"/>
                </a:lnTo>
                <a:lnTo>
                  <a:pt x="373" y="1048"/>
                </a:lnTo>
                <a:lnTo>
                  <a:pt x="447" y="880"/>
                </a:lnTo>
                <a:lnTo>
                  <a:pt x="526" y="724"/>
                </a:lnTo>
                <a:lnTo>
                  <a:pt x="610" y="582"/>
                </a:lnTo>
                <a:lnTo>
                  <a:pt x="699" y="454"/>
                </a:lnTo>
                <a:lnTo>
                  <a:pt x="792" y="341"/>
                </a:lnTo>
                <a:lnTo>
                  <a:pt x="888" y="243"/>
                </a:lnTo>
                <a:lnTo>
                  <a:pt x="987" y="161"/>
                </a:lnTo>
                <a:lnTo>
                  <a:pt x="1089" y="96"/>
                </a:lnTo>
                <a:lnTo>
                  <a:pt x="1192" y="47"/>
                </a:lnTo>
                <a:lnTo>
                  <a:pt x="1297" y="15"/>
                </a:lnTo>
                <a:lnTo>
                  <a:pt x="1403" y="1"/>
                </a:lnTo>
                <a:lnTo>
                  <a:pt x="1438" y="0"/>
                </a:lnTo>
                <a:lnTo>
                  <a:pt x="20162" y="0"/>
                </a:lnTo>
                <a:lnTo>
                  <a:pt x="20268" y="9"/>
                </a:lnTo>
                <a:lnTo>
                  <a:pt x="20373" y="35"/>
                </a:lnTo>
                <a:lnTo>
                  <a:pt x="20477" y="78"/>
                </a:lnTo>
                <a:lnTo>
                  <a:pt x="20579" y="137"/>
                </a:lnTo>
                <a:lnTo>
                  <a:pt x="20679" y="214"/>
                </a:lnTo>
                <a:lnTo>
                  <a:pt x="20777" y="306"/>
                </a:lnTo>
                <a:lnTo>
                  <a:pt x="20871" y="415"/>
                </a:lnTo>
                <a:lnTo>
                  <a:pt x="20961" y="538"/>
                </a:lnTo>
                <a:lnTo>
                  <a:pt x="21047" y="675"/>
                </a:lnTo>
                <a:lnTo>
                  <a:pt x="21128" y="827"/>
                </a:lnTo>
                <a:lnTo>
                  <a:pt x="21203" y="991"/>
                </a:lnTo>
                <a:lnTo>
                  <a:pt x="21274" y="1167"/>
                </a:lnTo>
                <a:lnTo>
                  <a:pt x="21338" y="1354"/>
                </a:lnTo>
                <a:lnTo>
                  <a:pt x="21395" y="1551"/>
                </a:lnTo>
                <a:lnTo>
                  <a:pt x="21446" y="1757"/>
                </a:lnTo>
                <a:lnTo>
                  <a:pt x="21491" y="1970"/>
                </a:lnTo>
                <a:lnTo>
                  <a:pt x="21527" y="2190"/>
                </a:lnTo>
                <a:lnTo>
                  <a:pt x="21557" y="2416"/>
                </a:lnTo>
                <a:lnTo>
                  <a:pt x="21579" y="2646"/>
                </a:lnTo>
                <a:lnTo>
                  <a:pt x="21593" y="2879"/>
                </a:lnTo>
                <a:lnTo>
                  <a:pt x="21600" y="3113"/>
                </a:lnTo>
                <a:lnTo>
                  <a:pt x="21600" y="18408"/>
                </a:lnTo>
                <a:lnTo>
                  <a:pt x="21596" y="18643"/>
                </a:lnTo>
                <a:lnTo>
                  <a:pt x="21584" y="18877"/>
                </a:lnTo>
                <a:lnTo>
                  <a:pt x="21565" y="19108"/>
                </a:lnTo>
                <a:lnTo>
                  <a:pt x="21538" y="19335"/>
                </a:lnTo>
                <a:lnTo>
                  <a:pt x="21504" y="19557"/>
                </a:lnTo>
                <a:lnTo>
                  <a:pt x="21462" y="19773"/>
                </a:lnTo>
                <a:lnTo>
                  <a:pt x="21413" y="19982"/>
                </a:lnTo>
                <a:lnTo>
                  <a:pt x="21358" y="20182"/>
                </a:lnTo>
                <a:lnTo>
                  <a:pt x="21296" y="20372"/>
                </a:lnTo>
                <a:lnTo>
                  <a:pt x="21227" y="20552"/>
                </a:lnTo>
                <a:lnTo>
                  <a:pt x="21153" y="20720"/>
                </a:lnTo>
                <a:lnTo>
                  <a:pt x="21074" y="20876"/>
                </a:lnTo>
                <a:lnTo>
                  <a:pt x="20990" y="21018"/>
                </a:lnTo>
                <a:lnTo>
                  <a:pt x="20901" y="21146"/>
                </a:lnTo>
                <a:lnTo>
                  <a:pt x="20808" y="21259"/>
                </a:lnTo>
                <a:lnTo>
                  <a:pt x="20712" y="21357"/>
                </a:lnTo>
                <a:lnTo>
                  <a:pt x="20613" y="21439"/>
                </a:lnTo>
                <a:lnTo>
                  <a:pt x="20511" y="21504"/>
                </a:lnTo>
                <a:lnTo>
                  <a:pt x="20408" y="21553"/>
                </a:lnTo>
                <a:lnTo>
                  <a:pt x="20303" y="21585"/>
                </a:lnTo>
                <a:lnTo>
                  <a:pt x="20197" y="21599"/>
                </a:lnTo>
                <a:lnTo>
                  <a:pt x="20162" y="21600"/>
                </a:lnTo>
                <a:close/>
              </a:path>
            </a:pathLst>
          </a:custGeom>
          <a:solidFill>
            <a:srgbClr val="FFFFFF"/>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45" name="Google Shape;1145;p48"/>
          <p:cNvSpPr txBox="1"/>
          <p:nvPr>
            <p:ph type="title"/>
          </p:nvPr>
        </p:nvSpPr>
        <p:spPr>
          <a:xfrm>
            <a:off x="2107406" y="1971674"/>
            <a:ext cx="4971600" cy="838500"/>
          </a:xfrm>
          <a:prstGeom prst="rect">
            <a:avLst/>
          </a:prstGeom>
          <a:noFill/>
          <a:ln>
            <a:noFill/>
          </a:ln>
        </p:spPr>
        <p:txBody>
          <a:bodyPr anchorCtr="0" anchor="t" bIns="0" lIns="0" spcFirstLastPara="1" rIns="0" wrap="square" tIns="0">
            <a:normAutofit fontScale="90000"/>
          </a:bodyPr>
          <a:lstStyle/>
          <a:p>
            <a:pPr indent="0" lvl="0" marL="0" marR="0" rtl="0" algn="ctr">
              <a:lnSpc>
                <a:spcPct val="100000"/>
              </a:lnSpc>
              <a:spcBef>
                <a:spcPts val="0"/>
              </a:spcBef>
              <a:spcAft>
                <a:spcPts val="0"/>
              </a:spcAft>
              <a:buClr>
                <a:srgbClr val="4260FD"/>
              </a:buClr>
              <a:buSzPct val="100000"/>
              <a:buFont typeface="Poppins"/>
              <a:buNone/>
            </a:pPr>
            <a:r>
              <a:rPr b="1" lang="en-GB" sz="4700">
                <a:latin typeface="Poppins"/>
                <a:ea typeface="Poppins"/>
                <a:cs typeface="Poppins"/>
                <a:sym typeface="Poppins"/>
              </a:rPr>
              <a:t>Thank You !</a:t>
            </a:r>
            <a:endParaRPr b="1" sz="4700">
              <a:latin typeface="Poppins"/>
              <a:ea typeface="Poppins"/>
              <a:cs typeface="Poppins"/>
              <a:sym typeface="Poppins"/>
            </a:endParaRPr>
          </a:p>
          <a:p>
            <a:pPr indent="0" lvl="0" marL="0" marR="0" rtl="0" algn="ctr">
              <a:lnSpc>
                <a:spcPct val="100000"/>
              </a:lnSpc>
              <a:spcBef>
                <a:spcPts val="0"/>
              </a:spcBef>
              <a:spcAft>
                <a:spcPts val="0"/>
              </a:spcAft>
              <a:buClr>
                <a:srgbClr val="4260FD"/>
              </a:buClr>
              <a:buSzPct val="149470"/>
              <a:buFont typeface="Poppins"/>
              <a:buNone/>
            </a:pPr>
            <a:r>
              <a:rPr b="1" lang="en-GB" sz="3144">
                <a:solidFill>
                  <a:srgbClr val="0066FF"/>
                </a:solidFill>
                <a:latin typeface="Poppins"/>
                <a:ea typeface="Poppins"/>
                <a:cs typeface="Poppins"/>
                <a:sym typeface="Poppins"/>
              </a:rPr>
              <a:t>See you in the next session</a:t>
            </a:r>
            <a:endParaRPr b="1" sz="3144">
              <a:solidFill>
                <a:srgbClr val="0066FF"/>
              </a:solidFill>
              <a:latin typeface="Poppins"/>
              <a:ea typeface="Poppins"/>
              <a:cs typeface="Poppins"/>
              <a:sym typeface="Poppins"/>
            </a:endParaRPr>
          </a:p>
        </p:txBody>
      </p:sp>
      <p:sp>
        <p:nvSpPr>
          <p:cNvPr id="1146" name="Google Shape;1146;p48"/>
          <p:cNvSpPr txBox="1"/>
          <p:nvPr>
            <p:ph idx="12" type="sldNum"/>
          </p:nvPr>
        </p:nvSpPr>
        <p:spPr>
          <a:xfrm>
            <a:off x="8544790" y="4783454"/>
            <a:ext cx="142200" cy="153900"/>
          </a:xfrm>
          <a:prstGeom prst="rect">
            <a:avLst/>
          </a:prstGeom>
        </p:spPr>
        <p:txBody>
          <a:bodyPr anchorCtr="0" anchor="t" bIns="0" lIns="0" spcFirstLastPara="1" rIns="0" wrap="square" tIns="0">
            <a:spAutoFit/>
          </a:bodyPr>
          <a:lstStyle/>
          <a:p>
            <a:pPr indent="0" lvl="0" marL="0" rtl="0" algn="r">
              <a:spcBef>
                <a:spcPts val="0"/>
              </a:spcBef>
              <a:spcAft>
                <a:spcPts val="0"/>
              </a:spcAft>
              <a:buClr>
                <a:srgbClr val="888888"/>
              </a:buClr>
              <a:buSzPts val="1000"/>
              <a:buFont typeface="Calibri"/>
              <a:buNone/>
            </a:pPr>
            <a:fld id="{00000000-1234-1234-1234-123412341234}" type="slidenum">
              <a:rPr lang="en-GB"/>
              <a:t>‹#›</a:t>
            </a:fld>
            <a:endParaRPr/>
          </a:p>
        </p:txBody>
      </p:sp>
      <p:grpSp>
        <p:nvGrpSpPr>
          <p:cNvPr id="1147" name="Google Shape;1147;p48"/>
          <p:cNvGrpSpPr/>
          <p:nvPr/>
        </p:nvGrpSpPr>
        <p:grpSpPr>
          <a:xfrm>
            <a:off x="1911995" y="966058"/>
            <a:ext cx="4494569" cy="2414178"/>
            <a:chOff x="-1" y="-1"/>
            <a:chExt cx="7990344" cy="4291872"/>
          </a:xfrm>
        </p:grpSpPr>
        <p:pic>
          <p:nvPicPr>
            <p:cNvPr descr="object 39" id="1148" name="Google Shape;1148;p48"/>
            <p:cNvPicPr preferRelativeResize="0"/>
            <p:nvPr/>
          </p:nvPicPr>
          <p:blipFill rotWithShape="1">
            <a:blip r:embed="rId5">
              <a:alphaModFix/>
            </a:blip>
            <a:srcRect b="0" l="0" r="0" t="0"/>
            <a:stretch/>
          </p:blipFill>
          <p:spPr>
            <a:xfrm>
              <a:off x="6018238" y="4017744"/>
              <a:ext cx="243102" cy="251627"/>
            </a:xfrm>
            <a:prstGeom prst="rect">
              <a:avLst/>
            </a:prstGeom>
            <a:noFill/>
            <a:ln>
              <a:noFill/>
            </a:ln>
          </p:spPr>
        </p:pic>
        <p:pic>
          <p:nvPicPr>
            <p:cNvPr descr="object 40" id="1149" name="Google Shape;1149;p48"/>
            <p:cNvPicPr preferRelativeResize="0"/>
            <p:nvPr/>
          </p:nvPicPr>
          <p:blipFill rotWithShape="1">
            <a:blip r:embed="rId6">
              <a:alphaModFix/>
            </a:blip>
            <a:srcRect b="0" l="0" r="0" t="0"/>
            <a:stretch/>
          </p:blipFill>
          <p:spPr>
            <a:xfrm>
              <a:off x="6794608" y="112007"/>
              <a:ext cx="246747" cy="204144"/>
            </a:xfrm>
            <a:prstGeom prst="rect">
              <a:avLst/>
            </a:prstGeom>
            <a:noFill/>
            <a:ln>
              <a:noFill/>
            </a:ln>
          </p:spPr>
        </p:pic>
        <p:pic>
          <p:nvPicPr>
            <p:cNvPr descr="object 41" id="1150" name="Google Shape;1150;p48"/>
            <p:cNvPicPr preferRelativeResize="0"/>
            <p:nvPr/>
          </p:nvPicPr>
          <p:blipFill rotWithShape="1">
            <a:blip r:embed="rId7">
              <a:alphaModFix/>
            </a:blip>
            <a:srcRect b="0" l="0" r="0" t="0"/>
            <a:stretch/>
          </p:blipFill>
          <p:spPr>
            <a:xfrm>
              <a:off x="1452578" y="4065212"/>
              <a:ext cx="253443" cy="226659"/>
            </a:xfrm>
            <a:prstGeom prst="rect">
              <a:avLst/>
            </a:prstGeom>
            <a:noFill/>
            <a:ln>
              <a:noFill/>
            </a:ln>
          </p:spPr>
        </p:pic>
        <p:pic>
          <p:nvPicPr>
            <p:cNvPr descr="object 42" id="1151" name="Google Shape;1151;p48"/>
            <p:cNvPicPr preferRelativeResize="0"/>
            <p:nvPr/>
          </p:nvPicPr>
          <p:blipFill rotWithShape="1">
            <a:blip r:embed="rId8">
              <a:alphaModFix/>
            </a:blip>
            <a:srcRect b="0" l="0" r="0" t="0"/>
            <a:stretch/>
          </p:blipFill>
          <p:spPr>
            <a:xfrm>
              <a:off x="-1" y="1644110"/>
              <a:ext cx="252032" cy="207395"/>
            </a:xfrm>
            <a:prstGeom prst="rect">
              <a:avLst/>
            </a:prstGeom>
            <a:noFill/>
            <a:ln>
              <a:noFill/>
            </a:ln>
          </p:spPr>
        </p:pic>
        <p:pic>
          <p:nvPicPr>
            <p:cNvPr descr="object 43" id="1152" name="Google Shape;1152;p48"/>
            <p:cNvPicPr preferRelativeResize="0"/>
            <p:nvPr/>
          </p:nvPicPr>
          <p:blipFill rotWithShape="1">
            <a:blip r:embed="rId9">
              <a:alphaModFix/>
            </a:blip>
            <a:srcRect b="0" l="0" r="0" t="0"/>
            <a:stretch/>
          </p:blipFill>
          <p:spPr>
            <a:xfrm>
              <a:off x="5658480" y="1200918"/>
              <a:ext cx="230498" cy="179821"/>
            </a:xfrm>
            <a:prstGeom prst="rect">
              <a:avLst/>
            </a:prstGeom>
            <a:noFill/>
            <a:ln>
              <a:noFill/>
            </a:ln>
          </p:spPr>
        </p:pic>
        <p:pic>
          <p:nvPicPr>
            <p:cNvPr descr="object 44" id="1153" name="Google Shape;1153;p48"/>
            <p:cNvPicPr preferRelativeResize="0"/>
            <p:nvPr/>
          </p:nvPicPr>
          <p:blipFill rotWithShape="1">
            <a:blip r:embed="rId10">
              <a:alphaModFix/>
            </a:blip>
            <a:srcRect b="0" l="0" r="0" t="0"/>
            <a:stretch/>
          </p:blipFill>
          <p:spPr>
            <a:xfrm>
              <a:off x="3717178" y="341712"/>
              <a:ext cx="202232" cy="245734"/>
            </a:xfrm>
            <a:prstGeom prst="rect">
              <a:avLst/>
            </a:prstGeom>
            <a:noFill/>
            <a:ln>
              <a:noFill/>
            </a:ln>
          </p:spPr>
        </p:pic>
        <p:pic>
          <p:nvPicPr>
            <p:cNvPr descr="object 45" id="1154" name="Google Shape;1154;p48"/>
            <p:cNvPicPr preferRelativeResize="0"/>
            <p:nvPr/>
          </p:nvPicPr>
          <p:blipFill rotWithShape="1">
            <a:blip r:embed="rId11">
              <a:alphaModFix/>
            </a:blip>
            <a:srcRect b="0" l="0" r="0" t="0"/>
            <a:stretch/>
          </p:blipFill>
          <p:spPr>
            <a:xfrm>
              <a:off x="2449907" y="3793834"/>
              <a:ext cx="202230" cy="245734"/>
            </a:xfrm>
            <a:prstGeom prst="rect">
              <a:avLst/>
            </a:prstGeom>
            <a:noFill/>
            <a:ln>
              <a:noFill/>
            </a:ln>
          </p:spPr>
        </p:pic>
        <p:pic>
          <p:nvPicPr>
            <p:cNvPr descr="object 46" id="1155" name="Google Shape;1155;p48"/>
            <p:cNvPicPr preferRelativeResize="0"/>
            <p:nvPr/>
          </p:nvPicPr>
          <p:blipFill rotWithShape="1">
            <a:blip r:embed="rId12">
              <a:alphaModFix/>
            </a:blip>
            <a:srcRect b="0" l="0" r="0" t="0"/>
            <a:stretch/>
          </p:blipFill>
          <p:spPr>
            <a:xfrm>
              <a:off x="915681" y="-1"/>
              <a:ext cx="249899" cy="210790"/>
            </a:xfrm>
            <a:prstGeom prst="rect">
              <a:avLst/>
            </a:prstGeom>
            <a:noFill/>
            <a:ln>
              <a:noFill/>
            </a:ln>
          </p:spPr>
        </p:pic>
        <p:grpSp>
          <p:nvGrpSpPr>
            <p:cNvPr id="1156" name="Google Shape;1156;p48"/>
            <p:cNvGrpSpPr/>
            <p:nvPr/>
          </p:nvGrpSpPr>
          <p:grpSpPr>
            <a:xfrm>
              <a:off x="125996" y="1303599"/>
              <a:ext cx="3501315" cy="2608104"/>
              <a:chOff x="0" y="0"/>
              <a:chExt cx="3501315" cy="2608104"/>
            </a:xfrm>
          </p:grpSpPr>
          <p:sp>
            <p:nvSpPr>
              <p:cNvPr id="1157" name="Google Shape;1157;p48"/>
              <p:cNvSpPr/>
              <p:nvPr/>
            </p:nvSpPr>
            <p:spPr>
              <a:xfrm>
                <a:off x="0" y="2243928"/>
                <a:ext cx="420066" cy="364176"/>
              </a:xfrm>
              <a:custGeom>
                <a:rect b="b" l="l" r="r" t="t"/>
                <a:pathLst>
                  <a:path extrusionOk="0" h="21600" w="21600">
                    <a:moveTo>
                      <a:pt x="21600" y="19856"/>
                    </a:moveTo>
                    <a:lnTo>
                      <a:pt x="21279" y="18162"/>
                    </a:lnTo>
                    <a:lnTo>
                      <a:pt x="21044" y="16460"/>
                    </a:lnTo>
                    <a:lnTo>
                      <a:pt x="20865" y="14748"/>
                    </a:lnTo>
                    <a:lnTo>
                      <a:pt x="20709" y="13020"/>
                    </a:lnTo>
                    <a:lnTo>
                      <a:pt x="20050" y="13425"/>
                    </a:lnTo>
                    <a:lnTo>
                      <a:pt x="19349" y="13755"/>
                    </a:lnTo>
                    <a:lnTo>
                      <a:pt x="18623" y="13960"/>
                    </a:lnTo>
                    <a:lnTo>
                      <a:pt x="17891" y="13992"/>
                    </a:lnTo>
                    <a:lnTo>
                      <a:pt x="17097" y="13755"/>
                    </a:lnTo>
                    <a:lnTo>
                      <a:pt x="15329" y="11755"/>
                    </a:lnTo>
                    <a:lnTo>
                      <a:pt x="14418" y="9062"/>
                    </a:lnTo>
                    <a:lnTo>
                      <a:pt x="14139" y="8150"/>
                    </a:lnTo>
                    <a:lnTo>
                      <a:pt x="12858" y="5498"/>
                    </a:lnTo>
                    <a:lnTo>
                      <a:pt x="11021" y="3314"/>
                    </a:lnTo>
                    <a:lnTo>
                      <a:pt x="8770" y="1641"/>
                    </a:lnTo>
                    <a:lnTo>
                      <a:pt x="6250" y="521"/>
                    </a:lnTo>
                    <a:lnTo>
                      <a:pt x="3605" y="0"/>
                    </a:lnTo>
                    <a:lnTo>
                      <a:pt x="2568" y="1882"/>
                    </a:lnTo>
                    <a:lnTo>
                      <a:pt x="1621" y="3826"/>
                    </a:lnTo>
                    <a:lnTo>
                      <a:pt x="763" y="5824"/>
                    </a:lnTo>
                    <a:lnTo>
                      <a:pt x="0" y="7873"/>
                    </a:lnTo>
                    <a:lnTo>
                      <a:pt x="2145" y="7447"/>
                    </a:lnTo>
                    <a:lnTo>
                      <a:pt x="4332" y="7875"/>
                    </a:lnTo>
                    <a:lnTo>
                      <a:pt x="6272" y="9072"/>
                    </a:lnTo>
                    <a:lnTo>
                      <a:pt x="7680" y="10951"/>
                    </a:lnTo>
                    <a:lnTo>
                      <a:pt x="8495" y="13368"/>
                    </a:lnTo>
                    <a:lnTo>
                      <a:pt x="8824" y="14618"/>
                    </a:lnTo>
                    <a:lnTo>
                      <a:pt x="9211" y="15841"/>
                    </a:lnTo>
                    <a:lnTo>
                      <a:pt x="11368" y="19243"/>
                    </a:lnTo>
                    <a:lnTo>
                      <a:pt x="14573" y="21266"/>
                    </a:lnTo>
                    <a:lnTo>
                      <a:pt x="16388" y="21600"/>
                    </a:lnTo>
                    <a:lnTo>
                      <a:pt x="18223" y="21464"/>
                    </a:lnTo>
                    <a:lnTo>
                      <a:pt x="19990" y="20878"/>
                    </a:lnTo>
                    <a:lnTo>
                      <a:pt x="21600" y="19856"/>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sp>
            <p:nvSpPr>
              <p:cNvPr id="1158" name="Google Shape;1158;p48"/>
              <p:cNvSpPr/>
              <p:nvPr/>
            </p:nvSpPr>
            <p:spPr>
              <a:xfrm>
                <a:off x="3081249" y="0"/>
                <a:ext cx="420066" cy="364176"/>
              </a:xfrm>
              <a:custGeom>
                <a:rect b="b" l="l" r="r" t="t"/>
                <a:pathLst>
                  <a:path extrusionOk="0" h="21600" w="21600">
                    <a:moveTo>
                      <a:pt x="21600" y="1744"/>
                    </a:moveTo>
                    <a:lnTo>
                      <a:pt x="19990" y="722"/>
                    </a:lnTo>
                    <a:lnTo>
                      <a:pt x="18223" y="135"/>
                    </a:lnTo>
                    <a:lnTo>
                      <a:pt x="16388" y="0"/>
                    </a:lnTo>
                    <a:lnTo>
                      <a:pt x="14573" y="334"/>
                    </a:lnTo>
                    <a:lnTo>
                      <a:pt x="11368" y="2356"/>
                    </a:lnTo>
                    <a:lnTo>
                      <a:pt x="9211" y="5759"/>
                    </a:lnTo>
                    <a:lnTo>
                      <a:pt x="8495" y="8232"/>
                    </a:lnTo>
                    <a:lnTo>
                      <a:pt x="8142" y="9467"/>
                    </a:lnTo>
                    <a:lnTo>
                      <a:pt x="7680" y="10649"/>
                    </a:lnTo>
                    <a:lnTo>
                      <a:pt x="6272" y="12528"/>
                    </a:lnTo>
                    <a:lnTo>
                      <a:pt x="4332" y="13725"/>
                    </a:lnTo>
                    <a:lnTo>
                      <a:pt x="2146" y="14152"/>
                    </a:lnTo>
                    <a:lnTo>
                      <a:pt x="0" y="13726"/>
                    </a:lnTo>
                    <a:lnTo>
                      <a:pt x="763" y="15775"/>
                    </a:lnTo>
                    <a:lnTo>
                      <a:pt x="1621" y="17774"/>
                    </a:lnTo>
                    <a:lnTo>
                      <a:pt x="2568" y="19717"/>
                    </a:lnTo>
                    <a:lnTo>
                      <a:pt x="3605" y="21600"/>
                    </a:lnTo>
                    <a:lnTo>
                      <a:pt x="6250" y="21078"/>
                    </a:lnTo>
                    <a:lnTo>
                      <a:pt x="8770" y="19959"/>
                    </a:lnTo>
                    <a:lnTo>
                      <a:pt x="11021" y="18286"/>
                    </a:lnTo>
                    <a:lnTo>
                      <a:pt x="12858" y="16101"/>
                    </a:lnTo>
                    <a:lnTo>
                      <a:pt x="14139" y="13450"/>
                    </a:lnTo>
                    <a:lnTo>
                      <a:pt x="14682" y="11620"/>
                    </a:lnTo>
                    <a:lnTo>
                      <a:pt x="14973" y="10715"/>
                    </a:lnTo>
                    <a:lnTo>
                      <a:pt x="16395" y="8345"/>
                    </a:lnTo>
                    <a:lnTo>
                      <a:pt x="17891" y="7608"/>
                    </a:lnTo>
                    <a:lnTo>
                      <a:pt x="18623" y="7639"/>
                    </a:lnTo>
                    <a:lnTo>
                      <a:pt x="19349" y="7845"/>
                    </a:lnTo>
                    <a:lnTo>
                      <a:pt x="20050" y="8174"/>
                    </a:lnTo>
                    <a:lnTo>
                      <a:pt x="20709" y="8580"/>
                    </a:lnTo>
                    <a:lnTo>
                      <a:pt x="20864" y="6852"/>
                    </a:lnTo>
                    <a:lnTo>
                      <a:pt x="21044" y="5139"/>
                    </a:lnTo>
                    <a:lnTo>
                      <a:pt x="21279" y="3437"/>
                    </a:lnTo>
                    <a:lnTo>
                      <a:pt x="21600" y="1744"/>
                    </a:lnTo>
                    <a:close/>
                  </a:path>
                </a:pathLst>
              </a:custGeom>
              <a:solidFill>
                <a:srgbClr val="FBD94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
          <p:nvSpPr>
            <p:cNvPr id="1159" name="Google Shape;1159;p48"/>
            <p:cNvSpPr/>
            <p:nvPr/>
          </p:nvSpPr>
          <p:spPr>
            <a:xfrm>
              <a:off x="7575245" y="1117149"/>
              <a:ext cx="415098" cy="372546"/>
            </a:xfrm>
            <a:custGeom>
              <a:rect b="b" l="l" r="r" t="t"/>
              <a:pathLst>
                <a:path extrusionOk="0" h="21600" w="21600">
                  <a:moveTo>
                    <a:pt x="5900" y="21600"/>
                  </a:moveTo>
                  <a:lnTo>
                    <a:pt x="4325" y="20307"/>
                  </a:lnTo>
                  <a:lnTo>
                    <a:pt x="2814" y="18923"/>
                  </a:lnTo>
                  <a:lnTo>
                    <a:pt x="1371" y="17451"/>
                  </a:lnTo>
                  <a:lnTo>
                    <a:pt x="0" y="15896"/>
                  </a:lnTo>
                  <a:lnTo>
                    <a:pt x="1053" y="13106"/>
                  </a:lnTo>
                  <a:lnTo>
                    <a:pt x="2588" y="10587"/>
                  </a:lnTo>
                  <a:lnTo>
                    <a:pt x="4534" y="8486"/>
                  </a:lnTo>
                  <a:lnTo>
                    <a:pt x="6823" y="6952"/>
                  </a:lnTo>
                  <a:lnTo>
                    <a:pt x="9382" y="6134"/>
                  </a:lnTo>
                  <a:lnTo>
                    <a:pt x="11071" y="5944"/>
                  </a:lnTo>
                  <a:lnTo>
                    <a:pt x="11910" y="5825"/>
                  </a:lnTo>
                  <a:lnTo>
                    <a:pt x="14262" y="4789"/>
                  </a:lnTo>
                  <a:lnTo>
                    <a:pt x="15377" y="2498"/>
                  </a:lnTo>
                  <a:lnTo>
                    <a:pt x="15368" y="1656"/>
                  </a:lnTo>
                  <a:lnTo>
                    <a:pt x="15247" y="813"/>
                  </a:lnTo>
                  <a:lnTo>
                    <a:pt x="15052" y="0"/>
                  </a:lnTo>
                  <a:lnTo>
                    <a:pt x="16564" y="212"/>
                  </a:lnTo>
                  <a:lnTo>
                    <a:pt x="18068" y="395"/>
                  </a:lnTo>
                  <a:lnTo>
                    <a:pt x="19576" y="514"/>
                  </a:lnTo>
                  <a:lnTo>
                    <a:pt x="21097" y="538"/>
                  </a:lnTo>
                  <a:lnTo>
                    <a:pt x="21600" y="2532"/>
                  </a:lnTo>
                  <a:lnTo>
                    <a:pt x="21390" y="6648"/>
                  </a:lnTo>
                  <a:lnTo>
                    <a:pt x="19610" y="10255"/>
                  </a:lnTo>
                  <a:lnTo>
                    <a:pt x="16603" y="12657"/>
                  </a:lnTo>
                  <a:lnTo>
                    <a:pt x="13688" y="13406"/>
                  </a:lnTo>
                  <a:lnTo>
                    <a:pt x="12545" y="13489"/>
                  </a:lnTo>
                  <a:lnTo>
                    <a:pt x="11408" y="13603"/>
                  </a:lnTo>
                  <a:lnTo>
                    <a:pt x="10292" y="13849"/>
                  </a:lnTo>
                  <a:lnTo>
                    <a:pt x="8364" y="14978"/>
                  </a:lnTo>
                  <a:lnTo>
                    <a:pt x="6896" y="16843"/>
                  </a:lnTo>
                  <a:lnTo>
                    <a:pt x="6028" y="19149"/>
                  </a:lnTo>
                  <a:lnTo>
                    <a:pt x="5900" y="21600"/>
                  </a:lnTo>
                  <a:close/>
                </a:path>
              </a:pathLst>
            </a:custGeom>
            <a:solidFill>
              <a:srgbClr val="6EAFFA"/>
            </a:solidFill>
            <a:ln>
              <a:noFill/>
            </a:ln>
          </p:spPr>
          <p:txBody>
            <a:bodyPr anchorCtr="0" anchor="t" bIns="25700" lIns="25700" spcFirstLastPara="1" rIns="25700" wrap="square" tIns="25700">
              <a:noAutofit/>
            </a:bodyPr>
            <a:lstStyle/>
            <a:p>
              <a:pPr indent="0" lvl="0" marL="0" marR="0" rtl="0" algn="l">
                <a:lnSpc>
                  <a:spcPct val="100000"/>
                </a:lnSpc>
                <a:spcBef>
                  <a:spcPts val="0"/>
                </a:spcBef>
                <a:spcAft>
                  <a:spcPts val="0"/>
                </a:spcAft>
                <a:buClr>
                  <a:srgbClr val="000000"/>
                </a:buClr>
                <a:buSzPts val="1000"/>
                <a:buFont typeface="Calibri"/>
                <a:buNone/>
              </a:pPr>
              <a:r>
                <a:t/>
              </a:r>
              <a:endParaRPr b="0" i="0" sz="1000" u="none" cap="none" strike="noStrike">
                <a:solidFill>
                  <a:srgbClr val="000000"/>
                </a:solidFill>
                <a:latin typeface="Calibri"/>
                <a:ea typeface="Calibri"/>
                <a:cs typeface="Calibri"/>
                <a:sym typeface="Calibri"/>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